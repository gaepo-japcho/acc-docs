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62" r:id="rId4"/>
    <p:sldId id="274" r:id="rId5"/>
    <p:sldId id="275" r:id="rId6"/>
    <p:sldId id="276" r:id="rId7"/>
    <p:sldId id="277" r:id="rId8"/>
    <p:sldId id="267" r:id="rId9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5" userDrawn="1">
          <p15:clr>
            <a:srgbClr val="A4A3A4"/>
          </p15:clr>
        </p15:guide>
        <p15:guide id="2" pos="5654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370" userDrawn="1">
          <p15:clr>
            <a:srgbClr val="A4A3A4"/>
          </p15:clr>
        </p15:guide>
        <p15:guide id="9" pos="70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77B6"/>
    <a:srgbClr val="33C1DA"/>
    <a:srgbClr val="EBE9F3"/>
    <a:srgbClr val="EEFAFC"/>
    <a:srgbClr val="FFFFFF"/>
    <a:srgbClr val="E2F7FA"/>
    <a:srgbClr val="F4F5FA"/>
    <a:srgbClr val="E2DEEE"/>
    <a:srgbClr val="2E3968"/>
    <a:srgbClr val="6C73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576" y="102"/>
      </p:cViewPr>
      <p:guideLst>
        <p:guide orient="horz" pos="1525"/>
        <p:guide pos="5654"/>
        <p:guide pos="3840"/>
        <p:guide pos="370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2952" y="84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fld id="{B35BF11E-C91E-4BEB-9999-AAA96629456D}" type="datetimeFigureOut">
              <a:rPr lang="ko-KR" altLang="en-US" smtClean="0"/>
              <a:pPr/>
              <a:t>2026-01-07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fld id="{2DFE49A2-3BD9-4852-9999-C048A7EB6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8888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FE49A2-3BD9-4852-9999-C048A7EB625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0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52A453A-6DE8-48D6-BCCF-F37A54CFACE2}" type="datetime1">
              <a:rPr lang="ko-KR" altLang="en-US" smtClean="0"/>
              <a:pPr/>
              <a:t>2026-01-07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5D9D7-E3BC-46C0-BAF5-7863ED15A7D0}" type="slidenum">
              <a:rPr lang="ko-KR" altLang="en-US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484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45C1A4-0D66-4FCF-B88D-6D564A79E226}" type="datetime1">
              <a:rPr lang="ko-KR" altLang="en-US" smtClean="0"/>
              <a:pPr/>
              <a:t>2026-01-07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5D9D7-E3BC-46C0-BAF5-7863ED15A7D0}" type="slidenum">
              <a:rPr lang="ko-KR" altLang="en-US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80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F9461E6-4383-4919-A688-9C526CFA2DD1}" type="datetime1">
              <a:rPr lang="ko-KR" altLang="en-US" smtClean="0"/>
              <a:pPr/>
              <a:t>2026-01-07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5D9D7-E3BC-46C0-BAF5-7863ED15A7D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051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19100" y="3771900"/>
            <a:ext cx="7757233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새싹 임베디드 기반 </a:t>
            </a:r>
            <a:r>
              <a:rPr lang="en-US" altLang="ko-KR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 </a:t>
            </a:r>
            <a:r>
              <a:rPr lang="ko-KR" altLang="en-US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19100" y="4648200"/>
            <a:ext cx="9182099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조별 보고서</a:t>
            </a:r>
            <a:r>
              <a:rPr lang="en-US" altLang="ko-KR" sz="4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4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양식</a:t>
            </a:r>
            <a:r>
              <a:rPr lang="en-US" altLang="ko-KR" sz="4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4000" dirty="0">
              <a:ln>
                <a:solidFill>
                  <a:srgbClr val="2E396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605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슬라이드 번호 개체 틀 11"/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100" b="0" i="0" u="none" strike="noStrike" kern="1200" cap="none" spc="0" normalizeH="0" baseline="0" noProof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F893E-4843-3FDC-9B5B-59443BB8C5B6}"/>
              </a:ext>
            </a:extLst>
          </p:cNvPr>
          <p:cNvSpPr txBox="1"/>
          <p:nvPr/>
        </p:nvSpPr>
        <p:spPr>
          <a:xfrm>
            <a:off x="7013793" y="2514579"/>
            <a:ext cx="3673068" cy="30777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E5140-650E-71FF-9B0D-7FB7A4B15369}"/>
              </a:ext>
            </a:extLst>
          </p:cNvPr>
          <p:cNvSpPr txBox="1"/>
          <p:nvPr/>
        </p:nvSpPr>
        <p:spPr>
          <a:xfrm>
            <a:off x="6242110" y="2376079"/>
            <a:ext cx="679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677B6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3200" dirty="0">
              <a:solidFill>
                <a:srgbClr val="8677B6">
                  <a:alpha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A5EA6E-0FCC-24A0-FF1D-BF3B4E10A61C}"/>
              </a:ext>
            </a:extLst>
          </p:cNvPr>
          <p:cNvSpPr txBox="1"/>
          <p:nvPr/>
        </p:nvSpPr>
        <p:spPr>
          <a:xfrm>
            <a:off x="7013793" y="3315668"/>
            <a:ext cx="3205016" cy="3077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팀 구성 및 역할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CFC2B4-36F9-4E25-8C26-885C97DDCF25}"/>
              </a:ext>
            </a:extLst>
          </p:cNvPr>
          <p:cNvSpPr txBox="1"/>
          <p:nvPr/>
        </p:nvSpPr>
        <p:spPr>
          <a:xfrm>
            <a:off x="6242109" y="3175385"/>
            <a:ext cx="7644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677B6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3200" dirty="0">
              <a:solidFill>
                <a:srgbClr val="8677B6">
                  <a:alpha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34FC05-01F2-5A8D-523D-43BA86A45562}"/>
              </a:ext>
            </a:extLst>
          </p:cNvPr>
          <p:cNvSpPr txBox="1"/>
          <p:nvPr/>
        </p:nvSpPr>
        <p:spPr>
          <a:xfrm>
            <a:off x="7013793" y="4116757"/>
            <a:ext cx="3414011" cy="3077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절차 및 방법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64EA23-7488-525F-ED0E-E74A3593AC47}"/>
              </a:ext>
            </a:extLst>
          </p:cNvPr>
          <p:cNvSpPr txBox="1"/>
          <p:nvPr/>
        </p:nvSpPr>
        <p:spPr>
          <a:xfrm>
            <a:off x="6242109" y="3974691"/>
            <a:ext cx="7644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677B6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3200" dirty="0">
              <a:solidFill>
                <a:srgbClr val="8677B6">
                  <a:alpha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AF07D3-3CFD-70CF-F5D9-D5B8155E031B}"/>
              </a:ext>
            </a:extLst>
          </p:cNvPr>
          <p:cNvSpPr txBox="1"/>
          <p:nvPr/>
        </p:nvSpPr>
        <p:spPr>
          <a:xfrm>
            <a:off x="7013793" y="4917846"/>
            <a:ext cx="2484889" cy="3077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경과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5796D5-59D4-5AA4-2EB9-33DCC3910C4E}"/>
              </a:ext>
            </a:extLst>
          </p:cNvPr>
          <p:cNvSpPr txBox="1"/>
          <p:nvPr/>
        </p:nvSpPr>
        <p:spPr>
          <a:xfrm>
            <a:off x="6242109" y="4773997"/>
            <a:ext cx="7644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677B6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3200" dirty="0">
              <a:solidFill>
                <a:srgbClr val="8677B6">
                  <a:alpha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734C5-9205-853E-3D97-3F36C5D24235}"/>
              </a:ext>
            </a:extLst>
          </p:cNvPr>
          <p:cNvSpPr txBox="1"/>
          <p:nvPr/>
        </p:nvSpPr>
        <p:spPr>
          <a:xfrm>
            <a:off x="7013793" y="5718935"/>
            <a:ext cx="3205016" cy="30777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 평가 의견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79F715-292C-D8A7-BD5E-F75BD1996ED8}"/>
              </a:ext>
            </a:extLst>
          </p:cNvPr>
          <p:cNvSpPr txBox="1"/>
          <p:nvPr/>
        </p:nvSpPr>
        <p:spPr>
          <a:xfrm>
            <a:off x="6242109" y="5573304"/>
            <a:ext cx="7644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677B6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3200" dirty="0">
              <a:solidFill>
                <a:srgbClr val="8677B6">
                  <a:alpha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287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sz="2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  <p:sp>
        <p:nvSpPr>
          <p:cNvPr id="56" name="슬라이드 번호 개체 틀 11"/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A1B433CC-47C4-3A31-4533-08BB16995041}"/>
              </a:ext>
            </a:extLst>
          </p:cNvPr>
          <p:cNvSpPr/>
          <p:nvPr/>
        </p:nvSpPr>
        <p:spPr>
          <a:xfrm>
            <a:off x="7339013" y="2479681"/>
            <a:ext cx="2122307" cy="3609702"/>
          </a:xfrm>
          <a:prstGeom prst="round2SameRect">
            <a:avLst/>
          </a:prstGeom>
          <a:solidFill>
            <a:srgbClr val="EEFAFC"/>
          </a:solidFill>
          <a:ln>
            <a:noFill/>
          </a:ln>
          <a:effectLst>
            <a:outerShdw blurRad="63500" sx="102000" sy="102000" algn="ctr" rotWithShape="0">
              <a:srgbClr val="E2F7FA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70DA8C-BC8E-D543-9124-12A9BAE8919D}"/>
              </a:ext>
            </a:extLst>
          </p:cNvPr>
          <p:cNvSpPr/>
          <p:nvPr/>
        </p:nvSpPr>
        <p:spPr>
          <a:xfrm>
            <a:off x="7339014" y="5946328"/>
            <a:ext cx="2122306" cy="143055"/>
          </a:xfrm>
          <a:prstGeom prst="rect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8060C-0C0E-DA1B-532E-34BA2A46E08D}"/>
              </a:ext>
            </a:extLst>
          </p:cNvPr>
          <p:cNvSpPr txBox="1"/>
          <p:nvPr/>
        </p:nvSpPr>
        <p:spPr>
          <a:xfrm>
            <a:off x="7548046" y="2972282"/>
            <a:ext cx="1704241" cy="73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프로젝트</a:t>
            </a:r>
            <a:br>
              <a: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</a:b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구조</a:t>
            </a:r>
            <a:endParaRPr lang="en-US" altLang="ko-KR" sz="19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C1D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6C0E6120-671F-CE30-3415-B45AD9C2EC2D}"/>
              </a:ext>
            </a:extLst>
          </p:cNvPr>
          <p:cNvSpPr/>
          <p:nvPr/>
        </p:nvSpPr>
        <p:spPr>
          <a:xfrm>
            <a:off x="491900" y="2479681"/>
            <a:ext cx="2122307" cy="3609702"/>
          </a:xfrm>
          <a:prstGeom prst="round2SameRect">
            <a:avLst/>
          </a:prstGeom>
          <a:solidFill>
            <a:srgbClr val="EBE9F3"/>
          </a:solidFill>
          <a:ln>
            <a:noFill/>
          </a:ln>
          <a:effectLst>
            <a:outerShdw blurRad="63500" sx="102000" sy="102000" algn="ctr" rotWithShape="0">
              <a:srgbClr val="8677B6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E231D7E-193E-1979-BCA6-E1EBF1F9A6DF}"/>
              </a:ext>
            </a:extLst>
          </p:cNvPr>
          <p:cNvSpPr/>
          <p:nvPr/>
        </p:nvSpPr>
        <p:spPr>
          <a:xfrm>
            <a:off x="491900" y="5946328"/>
            <a:ext cx="2122306" cy="143055"/>
          </a:xfrm>
          <a:prstGeom prst="rect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A06F27-0483-0673-CA79-C77788A74A97}"/>
              </a:ext>
            </a:extLst>
          </p:cNvPr>
          <p:cNvSpPr txBox="1"/>
          <p:nvPr/>
        </p:nvSpPr>
        <p:spPr>
          <a:xfrm>
            <a:off x="700932" y="2972282"/>
            <a:ext cx="1704241" cy="99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주제 및 선정 배경</a:t>
            </a: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b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기획의도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7A96A-E534-D8CD-2F39-1F64B9A3BE75}"/>
              </a:ext>
            </a:extLst>
          </p:cNvPr>
          <p:cNvSpPr txBox="1"/>
          <p:nvPr/>
        </p:nvSpPr>
        <p:spPr>
          <a:xfrm>
            <a:off x="491899" y="4365267"/>
            <a:ext cx="2122307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주제의</a:t>
            </a:r>
            <a:b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특화 포인트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b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유사 서비스와</a:t>
            </a:r>
            <a:b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차별화된 내용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제시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4759C7B-3ABF-7D0F-8D79-A5D6DFC4EE75}"/>
              </a:ext>
            </a:extLst>
          </p:cNvPr>
          <p:cNvCxnSpPr>
            <a:cxnSpLocks/>
          </p:cNvCxnSpPr>
          <p:nvPr/>
        </p:nvCxnSpPr>
        <p:spPr>
          <a:xfrm>
            <a:off x="1448830" y="4172369"/>
            <a:ext cx="208445" cy="0"/>
          </a:xfrm>
          <a:prstGeom prst="line">
            <a:avLst/>
          </a:prstGeom>
          <a:ln w="19050">
            <a:solidFill>
              <a:srgbClr val="8677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2F631ED0-FCAF-BED4-B594-D98E6B54C379}"/>
              </a:ext>
            </a:extLst>
          </p:cNvPr>
          <p:cNvSpPr/>
          <p:nvPr/>
        </p:nvSpPr>
        <p:spPr>
          <a:xfrm>
            <a:off x="2774271" y="2479681"/>
            <a:ext cx="2122307" cy="3609702"/>
          </a:xfrm>
          <a:prstGeom prst="round2SameRect">
            <a:avLst/>
          </a:prstGeom>
          <a:solidFill>
            <a:srgbClr val="EEFAFC"/>
          </a:solidFill>
          <a:ln>
            <a:noFill/>
          </a:ln>
          <a:effectLst>
            <a:outerShdw blurRad="63500" sx="102000" sy="102000" algn="ctr" rotWithShape="0">
              <a:srgbClr val="E2F7FA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A39333B-82AE-10FC-3A2B-C1874DB6E99D}"/>
              </a:ext>
            </a:extLst>
          </p:cNvPr>
          <p:cNvSpPr/>
          <p:nvPr/>
        </p:nvSpPr>
        <p:spPr>
          <a:xfrm>
            <a:off x="2774272" y="5946328"/>
            <a:ext cx="2122306" cy="143055"/>
          </a:xfrm>
          <a:prstGeom prst="rect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43AC4C-C62E-7FBD-DEFC-9D87E7DDA69B}"/>
              </a:ext>
            </a:extLst>
          </p:cNvPr>
          <p:cNvSpPr txBox="1"/>
          <p:nvPr/>
        </p:nvSpPr>
        <p:spPr>
          <a:xfrm>
            <a:off x="2983304" y="2972282"/>
            <a:ext cx="1704241" cy="73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프로젝트</a:t>
            </a:r>
            <a:br>
              <a: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</a:b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내용</a:t>
            </a:r>
            <a:r>
              <a: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986667-0F9A-63B3-85CF-539897A25D93}"/>
              </a:ext>
            </a:extLst>
          </p:cNvPr>
          <p:cNvSpPr txBox="1"/>
          <p:nvPr/>
        </p:nvSpPr>
        <p:spPr>
          <a:xfrm>
            <a:off x="2774271" y="4365267"/>
            <a:ext cx="2122307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내용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컨셉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b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훈련내용과의 연관성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b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C1D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BF0F327-0A0F-56C8-4241-85EC7351C00D}"/>
              </a:ext>
            </a:extLst>
          </p:cNvPr>
          <p:cNvCxnSpPr>
            <a:cxnSpLocks/>
          </p:cNvCxnSpPr>
          <p:nvPr/>
        </p:nvCxnSpPr>
        <p:spPr>
          <a:xfrm>
            <a:off x="3731202" y="4172369"/>
            <a:ext cx="208445" cy="0"/>
          </a:xfrm>
          <a:prstGeom prst="line">
            <a:avLst/>
          </a:prstGeom>
          <a:ln w="19050">
            <a:solidFill>
              <a:srgbClr val="33C1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D7FB3DE2-8A1B-8B23-75F0-A86748FD01C1}"/>
              </a:ext>
            </a:extLst>
          </p:cNvPr>
          <p:cNvSpPr/>
          <p:nvPr/>
        </p:nvSpPr>
        <p:spPr>
          <a:xfrm>
            <a:off x="5034846" y="2479681"/>
            <a:ext cx="2122307" cy="3609702"/>
          </a:xfrm>
          <a:prstGeom prst="round2SameRect">
            <a:avLst/>
          </a:prstGeom>
          <a:solidFill>
            <a:srgbClr val="EBE9F3"/>
          </a:solidFill>
          <a:ln>
            <a:noFill/>
          </a:ln>
          <a:effectLst>
            <a:outerShdw blurRad="63500" sx="102000" sy="102000" algn="ctr" rotWithShape="0">
              <a:srgbClr val="3378C8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5ABC79D-EEB9-0B14-9AAF-60C456614B69}"/>
              </a:ext>
            </a:extLst>
          </p:cNvPr>
          <p:cNvSpPr/>
          <p:nvPr/>
        </p:nvSpPr>
        <p:spPr>
          <a:xfrm>
            <a:off x="5030312" y="5946328"/>
            <a:ext cx="2122306" cy="143055"/>
          </a:xfrm>
          <a:prstGeom prst="rect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8A9572-A97D-63AE-0910-9BE1A65487A9}"/>
              </a:ext>
            </a:extLst>
          </p:cNvPr>
          <p:cNvSpPr txBox="1"/>
          <p:nvPr/>
        </p:nvSpPr>
        <p:spPr>
          <a:xfrm>
            <a:off x="5265675" y="2972282"/>
            <a:ext cx="1704241" cy="69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 장비 및</a:t>
            </a:r>
            <a:b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재료</a:t>
            </a:r>
            <a:endParaRPr lang="en-US" altLang="ko-KR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8677B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00AB8F-B733-297A-67B9-91F68F535C09}"/>
              </a:ext>
            </a:extLst>
          </p:cNvPr>
          <p:cNvSpPr txBox="1"/>
          <p:nvPr/>
        </p:nvSpPr>
        <p:spPr>
          <a:xfrm>
            <a:off x="5054374" y="4365267"/>
            <a:ext cx="2122307" cy="278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개발환경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8677B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8554D9B-31DF-97F0-16B8-E3B92D4EDC28}"/>
              </a:ext>
            </a:extLst>
          </p:cNvPr>
          <p:cNvCxnSpPr>
            <a:cxnSpLocks/>
          </p:cNvCxnSpPr>
          <p:nvPr/>
        </p:nvCxnSpPr>
        <p:spPr>
          <a:xfrm>
            <a:off x="6011305" y="4172369"/>
            <a:ext cx="208445" cy="0"/>
          </a:xfrm>
          <a:prstGeom prst="line">
            <a:avLst/>
          </a:prstGeom>
          <a:ln w="19050">
            <a:solidFill>
              <a:srgbClr val="8677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D374CCE-A084-F334-ED37-D8AD106B253B}"/>
              </a:ext>
            </a:extLst>
          </p:cNvPr>
          <p:cNvGrpSpPr/>
          <p:nvPr/>
        </p:nvGrpSpPr>
        <p:grpSpPr>
          <a:xfrm>
            <a:off x="9621385" y="2479681"/>
            <a:ext cx="2122307" cy="3609702"/>
            <a:chOff x="541891" y="2567441"/>
            <a:chExt cx="2122307" cy="3609702"/>
          </a:xfrm>
          <a:solidFill>
            <a:srgbClr val="EBE9F3"/>
          </a:solidFill>
          <a:effectLst/>
        </p:grpSpPr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134AF56D-5ACA-122D-526E-2A3B4E0CBC5C}"/>
                </a:ext>
              </a:extLst>
            </p:cNvPr>
            <p:cNvSpPr/>
            <p:nvPr/>
          </p:nvSpPr>
          <p:spPr>
            <a:xfrm>
              <a:off x="541891" y="2567441"/>
              <a:ext cx="2122307" cy="3609702"/>
            </a:xfrm>
            <a:prstGeom prst="round2Same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srgbClr val="3378C8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C352176-742E-B013-44F9-BADA7266813C}"/>
                </a:ext>
              </a:extLst>
            </p:cNvPr>
            <p:cNvSpPr/>
            <p:nvPr/>
          </p:nvSpPr>
          <p:spPr>
            <a:xfrm>
              <a:off x="541891" y="6034088"/>
              <a:ext cx="2122306" cy="1430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B350970-A560-1F1B-54E0-099EB8565366}"/>
              </a:ext>
            </a:extLst>
          </p:cNvPr>
          <p:cNvSpPr txBox="1"/>
          <p:nvPr/>
        </p:nvSpPr>
        <p:spPr>
          <a:xfrm>
            <a:off x="9823161" y="2972282"/>
            <a:ext cx="1704241" cy="69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활용방안 및</a:t>
            </a:r>
            <a:b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기대 효과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31C3E3-2C4F-AAF5-A871-467BC6019293}"/>
              </a:ext>
            </a:extLst>
          </p:cNvPr>
          <p:cNvSpPr txBox="1"/>
          <p:nvPr/>
        </p:nvSpPr>
        <p:spPr>
          <a:xfrm>
            <a:off x="9616850" y="4365267"/>
            <a:ext cx="2122307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산출물의</a:t>
            </a:r>
            <a:b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기대 효용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)/</a:t>
            </a:r>
            <a:b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677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비즈니스 실무 활용성 제시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8677B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012B8BA-0C28-6A59-CB4F-AEFE8599DCE2}"/>
              </a:ext>
            </a:extLst>
          </p:cNvPr>
          <p:cNvCxnSpPr>
            <a:cxnSpLocks/>
          </p:cNvCxnSpPr>
          <p:nvPr/>
        </p:nvCxnSpPr>
        <p:spPr>
          <a:xfrm>
            <a:off x="10573781" y="4172369"/>
            <a:ext cx="208445" cy="0"/>
          </a:xfrm>
          <a:prstGeom prst="line">
            <a:avLst/>
          </a:prstGeom>
          <a:ln w="19050">
            <a:solidFill>
              <a:srgbClr val="8677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38906E62-46D9-1155-D577-601650A1C012}"/>
              </a:ext>
            </a:extLst>
          </p:cNvPr>
          <p:cNvGrpSpPr/>
          <p:nvPr/>
        </p:nvGrpSpPr>
        <p:grpSpPr>
          <a:xfrm>
            <a:off x="541891" y="1709047"/>
            <a:ext cx="10526159" cy="369332"/>
            <a:chOff x="541891" y="1430219"/>
            <a:chExt cx="10526159" cy="36933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A9970D5-CB8B-CE88-37FC-AED95AA765BB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되도록 작성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</a:p>
          </p:txBody>
        </p:sp>
        <p:sp>
          <p:nvSpPr>
            <p:cNvPr id="84" name="그래픽 43">
              <a:extLst>
                <a:ext uri="{FF2B5EF4-FFF2-40B4-BE49-F238E27FC236}">
                  <a16:creationId xmlns:a16="http://schemas.microsoft.com/office/drawing/2014/main" id="{8983F4C6-8827-674E-D9DC-235527EDF1F1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8677B6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8677B6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90D677C-5384-80F6-517E-ED83025A99DA}"/>
              </a:ext>
            </a:extLst>
          </p:cNvPr>
          <p:cNvSpPr/>
          <p:nvPr/>
        </p:nvSpPr>
        <p:spPr>
          <a:xfrm>
            <a:off x="9625920" y="5946328"/>
            <a:ext cx="2122306" cy="143055"/>
          </a:xfrm>
          <a:prstGeom prst="rect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5ECCF406-51B8-F6AF-0EDA-3DA5373A0189}"/>
              </a:ext>
            </a:extLst>
          </p:cNvPr>
          <p:cNvSpPr/>
          <p:nvPr/>
        </p:nvSpPr>
        <p:spPr>
          <a:xfrm>
            <a:off x="1394397" y="2296084"/>
            <a:ext cx="360000" cy="360000"/>
          </a:xfrm>
          <a:prstGeom prst="ellipse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object 19">
            <a:extLst>
              <a:ext uri="{FF2B5EF4-FFF2-40B4-BE49-F238E27FC236}">
                <a16:creationId xmlns:a16="http://schemas.microsoft.com/office/drawing/2014/main" id="{153C8CD4-7160-334F-B867-DBD8D3EDACAF}"/>
              </a:ext>
            </a:extLst>
          </p:cNvPr>
          <p:cNvSpPr txBox="1"/>
          <p:nvPr/>
        </p:nvSpPr>
        <p:spPr>
          <a:xfrm>
            <a:off x="334963" y="1111951"/>
            <a:ext cx="1094930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ko-KR" sz="28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rgbClr val="2E396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현대하모니 B"/>
              </a:rPr>
              <a:t>| </a:t>
            </a:r>
            <a:r>
              <a:rPr lang="ko-KR" altLang="en-US" sz="28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rgbClr val="2E396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현대하모니 B"/>
              </a:rPr>
              <a:t>주요 내용</a:t>
            </a:r>
            <a:endParaRPr sz="2800" dirty="0">
              <a:ln>
                <a:solidFill>
                  <a:srgbClr val="2E3968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현대하모니 B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F50FF3D3-CAB5-EC89-3C10-0527C46C085D}"/>
              </a:ext>
            </a:extLst>
          </p:cNvPr>
          <p:cNvSpPr/>
          <p:nvPr/>
        </p:nvSpPr>
        <p:spPr>
          <a:xfrm>
            <a:off x="5909957" y="2296084"/>
            <a:ext cx="360000" cy="360000"/>
          </a:xfrm>
          <a:prstGeom prst="ellipse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75533D9C-DD84-3A62-1F74-B1219FDD6D6B}"/>
              </a:ext>
            </a:extLst>
          </p:cNvPr>
          <p:cNvSpPr/>
          <p:nvPr/>
        </p:nvSpPr>
        <p:spPr>
          <a:xfrm>
            <a:off x="10502538" y="2296084"/>
            <a:ext cx="360000" cy="360000"/>
          </a:xfrm>
          <a:prstGeom prst="ellipse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8C849A8B-6F94-B169-E099-0D50D69423A7}"/>
              </a:ext>
            </a:extLst>
          </p:cNvPr>
          <p:cNvSpPr/>
          <p:nvPr/>
        </p:nvSpPr>
        <p:spPr>
          <a:xfrm>
            <a:off x="3652177" y="2303601"/>
            <a:ext cx="360000" cy="360000"/>
          </a:xfrm>
          <a:prstGeom prst="ellipse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29E9F91C-5FE2-167F-2493-0F16A3C69389}"/>
              </a:ext>
            </a:extLst>
          </p:cNvPr>
          <p:cNvSpPr/>
          <p:nvPr/>
        </p:nvSpPr>
        <p:spPr>
          <a:xfrm>
            <a:off x="8220166" y="2303601"/>
            <a:ext cx="360000" cy="360000"/>
          </a:xfrm>
          <a:prstGeom prst="ellipse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199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BF367-F6A0-C616-21E7-3843F578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D1A1491-AD16-7D9C-DEFB-9C41D828C3F1}"/>
              </a:ext>
            </a:extLst>
          </p:cNvPr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팀 구성 및 역할</a:t>
            </a:r>
          </a:p>
        </p:txBody>
      </p:sp>
      <p:sp>
        <p:nvSpPr>
          <p:cNvPr id="56" name="슬라이드 번호 개체 틀 11">
            <a:extLst>
              <a:ext uri="{FF2B5EF4-FFF2-40B4-BE49-F238E27FC236}">
                <a16:creationId xmlns:a16="http://schemas.microsoft.com/office/drawing/2014/main" id="{05460B2A-BCB1-8D4D-9461-F7447F8E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F157674B-C7E5-3E9D-D8DD-5C2F53DEDE2B}"/>
              </a:ext>
            </a:extLst>
          </p:cNvPr>
          <p:cNvGrpSpPr/>
          <p:nvPr/>
        </p:nvGrpSpPr>
        <p:grpSpPr>
          <a:xfrm>
            <a:off x="541891" y="1185172"/>
            <a:ext cx="10526159" cy="646331"/>
            <a:chOff x="541891" y="1430219"/>
            <a:chExt cx="10526159" cy="646331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FE9B1D-3C07-AC3C-4C51-3B9E035CDF75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으로 작성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15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</a:p>
          </p:txBody>
        </p:sp>
        <p:sp>
          <p:nvSpPr>
            <p:cNvPr id="84" name="그래픽 43">
              <a:extLst>
                <a:ext uri="{FF2B5EF4-FFF2-40B4-BE49-F238E27FC236}">
                  <a16:creationId xmlns:a16="http://schemas.microsoft.com/office/drawing/2014/main" id="{BA0B3BA7-386A-139C-ED8B-D0A690FD9976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8677B6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8677B6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08099DE-8B9F-B5CE-EDB7-578B5C0C0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843866"/>
              </p:ext>
            </p:extLst>
          </p:nvPr>
        </p:nvGraphicFramePr>
        <p:xfrm>
          <a:off x="524528" y="2541182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학습자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DF152918-5E28-371D-2BD1-BF320244FDAC}"/>
              </a:ext>
            </a:extLst>
          </p:cNvPr>
          <p:cNvGrpSpPr/>
          <p:nvPr/>
        </p:nvGrpSpPr>
        <p:grpSpPr>
          <a:xfrm>
            <a:off x="4525872" y="3311792"/>
            <a:ext cx="2713128" cy="358635"/>
            <a:chOff x="4525872" y="3492488"/>
            <a:chExt cx="2713128" cy="358635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D0A6F38D-AE96-E29A-6B60-74E283A10B2B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2A987C7-E704-51C7-A4E9-CD5CEDEC117F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9E79CE1A-F9FC-B205-2457-9D003D79F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3DA8BA-ACC1-DBD3-344E-36B2E77ABCA7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0C4B1AF-FB11-8AC2-9B63-DA8E4F4C873E}"/>
              </a:ext>
            </a:extLst>
          </p:cNvPr>
          <p:cNvGrpSpPr/>
          <p:nvPr/>
        </p:nvGrpSpPr>
        <p:grpSpPr>
          <a:xfrm>
            <a:off x="7579407" y="3311792"/>
            <a:ext cx="2713128" cy="358635"/>
            <a:chOff x="7579407" y="3492488"/>
            <a:chExt cx="2713128" cy="35863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CC5E25D6-9EE9-DDE9-4232-B811F00BDED7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6AFCFFC-D5F0-4742-9E4C-8F7D829CDB86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7CFAC78-7755-5AF7-413D-8A7833C1B010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68EBC9B6-4EBE-451B-B6FC-5C1300E6B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56AC030-3733-08A3-B0F5-5261074E5119}"/>
              </a:ext>
            </a:extLst>
          </p:cNvPr>
          <p:cNvSpPr/>
          <p:nvPr/>
        </p:nvSpPr>
        <p:spPr>
          <a:xfrm>
            <a:off x="4525872" y="4070854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52EB0026-6F28-851C-D863-77B9AB7238D5}"/>
              </a:ext>
            </a:extLst>
          </p:cNvPr>
          <p:cNvSpPr/>
          <p:nvPr/>
        </p:nvSpPr>
        <p:spPr>
          <a:xfrm>
            <a:off x="4525872" y="4070854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0586DA-6F3D-033F-9D59-C288A2BB6D9C}"/>
              </a:ext>
            </a:extLst>
          </p:cNvPr>
          <p:cNvSpPr txBox="1"/>
          <p:nvPr/>
        </p:nvSpPr>
        <p:spPr>
          <a:xfrm>
            <a:off x="5023036" y="4097411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6" name="그래픽 45">
            <a:extLst>
              <a:ext uri="{FF2B5EF4-FFF2-40B4-BE49-F238E27FC236}">
                <a16:creationId xmlns:a16="http://schemas.microsoft.com/office/drawing/2014/main" id="{6403652A-632A-E142-3CEB-940A9F1C92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3097" y="4155004"/>
            <a:ext cx="216867" cy="193294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8477A2E0-C931-124B-25D5-9F3AB567BB4B}"/>
              </a:ext>
            </a:extLst>
          </p:cNvPr>
          <p:cNvGrpSpPr/>
          <p:nvPr/>
        </p:nvGrpSpPr>
        <p:grpSpPr>
          <a:xfrm>
            <a:off x="4525872" y="4864975"/>
            <a:ext cx="2713128" cy="358635"/>
            <a:chOff x="4525872" y="5045671"/>
            <a:chExt cx="2713128" cy="358635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99352465-E59B-2173-E7C9-318A74DF2E0D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2145442-966E-0A4C-E889-0A2C8B21F639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61C2D4-DFA4-D16F-6FA9-555FA5F11036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52" name="그래픽 51">
              <a:extLst>
                <a:ext uri="{FF2B5EF4-FFF2-40B4-BE49-F238E27FC236}">
                  <a16:creationId xmlns:a16="http://schemas.microsoft.com/office/drawing/2014/main" id="{60A153A3-BDFA-0D3B-E874-99FE90DCB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7457898-58D1-628B-39C3-FE5BE117A888}"/>
              </a:ext>
            </a:extLst>
          </p:cNvPr>
          <p:cNvGrpSpPr/>
          <p:nvPr/>
        </p:nvGrpSpPr>
        <p:grpSpPr>
          <a:xfrm>
            <a:off x="7579407" y="4864975"/>
            <a:ext cx="2713128" cy="358635"/>
            <a:chOff x="7579407" y="5045671"/>
            <a:chExt cx="2713128" cy="358635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B7D9C8A4-C645-D339-EF7D-EA2CF31888D6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25B2E844-BC36-76B4-C7B1-FD66357C9FF1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A9646CB-ED60-76E2-B01D-E61FDE39FF0E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6" name="그래픽 65">
              <a:extLst>
                <a:ext uri="{FF2B5EF4-FFF2-40B4-BE49-F238E27FC236}">
                  <a16:creationId xmlns:a16="http://schemas.microsoft.com/office/drawing/2014/main" id="{CE143311-096E-697A-3707-C71364948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4D024BB-06FC-487E-0685-A01EEF92F4A0}"/>
              </a:ext>
            </a:extLst>
          </p:cNvPr>
          <p:cNvGrpSpPr/>
          <p:nvPr/>
        </p:nvGrpSpPr>
        <p:grpSpPr>
          <a:xfrm>
            <a:off x="7579407" y="4070854"/>
            <a:ext cx="2713128" cy="358635"/>
            <a:chOff x="7579407" y="4251550"/>
            <a:chExt cx="2713128" cy="358635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AA10DD16-E46D-D47A-DCAF-326BC266055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F0CDF046-B58A-3481-0844-EEEFE9986DCB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E5EA14F-767A-0D66-09A5-CD4400A6AC98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71" name="그래픽 70">
              <a:extLst>
                <a:ext uri="{FF2B5EF4-FFF2-40B4-BE49-F238E27FC236}">
                  <a16:creationId xmlns:a16="http://schemas.microsoft.com/office/drawing/2014/main" id="{733A0584-D887-1FCC-1A3F-4A0CF08B7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1CC64D9-44A2-E00F-129C-8DA9C543F348}"/>
              </a:ext>
            </a:extLst>
          </p:cNvPr>
          <p:cNvGrpSpPr/>
          <p:nvPr/>
        </p:nvGrpSpPr>
        <p:grpSpPr>
          <a:xfrm>
            <a:off x="4525872" y="5630563"/>
            <a:ext cx="4350872" cy="358635"/>
            <a:chOff x="4525872" y="5811259"/>
            <a:chExt cx="4350872" cy="358635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22606D89-CEE7-B4C4-0043-E21912A98AA2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A03F761-06AC-C727-8684-09B9BE8A1474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B1921E9-15C9-8BC5-1F56-E343058363D4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6" name="그래픽 85">
              <a:extLst>
                <a:ext uri="{FF2B5EF4-FFF2-40B4-BE49-F238E27FC236}">
                  <a16:creationId xmlns:a16="http://schemas.microsoft.com/office/drawing/2014/main" id="{DD171E06-B565-C66D-A2DE-72F9E4484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890588BE-F76B-7D3F-407B-14892817C2E1}"/>
              </a:ext>
            </a:extLst>
          </p:cNvPr>
          <p:cNvSpPr txBox="1"/>
          <p:nvPr/>
        </p:nvSpPr>
        <p:spPr>
          <a:xfrm>
            <a:off x="467002" y="1728348"/>
            <a:ext cx="9886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개인별 역할을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316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131BF-F446-3CA4-0ACC-FCD97D28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C160582-0E3E-B3E0-F6FD-CEBD392A23F7}"/>
              </a:ext>
            </a:extLst>
          </p:cNvPr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절차 및 방법</a:t>
            </a:r>
          </a:p>
        </p:txBody>
      </p:sp>
      <p:sp>
        <p:nvSpPr>
          <p:cNvPr id="56" name="슬라이드 번호 개체 틀 11">
            <a:extLst>
              <a:ext uri="{FF2B5EF4-FFF2-40B4-BE49-F238E27FC236}">
                <a16:creationId xmlns:a16="http://schemas.microsoft.com/office/drawing/2014/main" id="{2B9FDAD0-A3AD-93A6-36B3-706A1777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975709B-8384-4418-58E9-D73798C63343}"/>
              </a:ext>
            </a:extLst>
          </p:cNvPr>
          <p:cNvGrpSpPr/>
          <p:nvPr/>
        </p:nvGrpSpPr>
        <p:grpSpPr>
          <a:xfrm>
            <a:off x="541891" y="1185172"/>
            <a:ext cx="10526159" cy="369332"/>
            <a:chOff x="541891" y="1430219"/>
            <a:chExt cx="10526159" cy="36933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04A10D6-553D-93A5-E015-B643593C1E16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과정으로 나누어 작성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15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84" name="그래픽 43">
              <a:extLst>
                <a:ext uri="{FF2B5EF4-FFF2-40B4-BE49-F238E27FC236}">
                  <a16:creationId xmlns:a16="http://schemas.microsoft.com/office/drawing/2014/main" id="{CC6D5EA5-7E7B-EA38-A5B4-F9C591584B31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8677B6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8677B6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CE6D8CB-5944-3CA1-8870-72BF77259A52}"/>
              </a:ext>
            </a:extLst>
          </p:cNvPr>
          <p:cNvSpPr txBox="1"/>
          <p:nvPr/>
        </p:nvSpPr>
        <p:spPr>
          <a:xfrm>
            <a:off x="467002" y="1728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BEA5072-4304-293E-6B41-C800F4AD3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188102"/>
              </p:ext>
            </p:extLst>
          </p:nvPr>
        </p:nvGraphicFramePr>
        <p:xfrm>
          <a:off x="524528" y="26797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EBC3BA90-3D6E-6D24-D066-C2324CA32D25}"/>
              </a:ext>
            </a:extLst>
          </p:cNvPr>
          <p:cNvGrpSpPr/>
          <p:nvPr/>
        </p:nvGrpSpPr>
        <p:grpSpPr>
          <a:xfrm>
            <a:off x="4574111" y="3155357"/>
            <a:ext cx="2474844" cy="326913"/>
            <a:chOff x="4574111" y="3307757"/>
            <a:chExt cx="2474844" cy="326913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EE0B4166-DA4A-0485-16C7-6E9F791DFD72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0C2A92A1-C6B9-E2D1-53E6-092DEE1BA4A4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15" name="사각형: 둥근 모서리 14">
                  <a:extLst>
                    <a:ext uri="{FF2B5EF4-FFF2-40B4-BE49-F238E27FC236}">
                      <a16:creationId xmlns:a16="http://schemas.microsoft.com/office/drawing/2014/main" id="{27BEA6EB-AB70-168C-32DC-30EEEC92ECA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8" name="타원 17">
                  <a:extLst>
                    <a:ext uri="{FF2B5EF4-FFF2-40B4-BE49-F238E27FC236}">
                      <a16:creationId xmlns:a16="http://schemas.microsoft.com/office/drawing/2014/main" id="{FDAC5F31-E775-DEFB-5F58-D6A29A979BF4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DBC560-8118-4AA3-7347-DCCB5662EF20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3A2AAF94-87DE-9123-7527-000050BD9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1DE8C2D-021B-E546-FB5A-74553E6BE0B4}"/>
              </a:ext>
            </a:extLst>
          </p:cNvPr>
          <p:cNvGrpSpPr/>
          <p:nvPr/>
        </p:nvGrpSpPr>
        <p:grpSpPr>
          <a:xfrm>
            <a:off x="7383737" y="3155357"/>
            <a:ext cx="1446165" cy="326913"/>
            <a:chOff x="7383737" y="3307757"/>
            <a:chExt cx="1446165" cy="326913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2F2CAC0-5266-91C5-E692-178247A73EAB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4B9C1A60-B0DE-B26F-32A3-4D0DF00C5E83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61F49833-ED75-8A63-E9B0-71E077D5CE1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5" name="타원 24">
                  <a:extLst>
                    <a:ext uri="{FF2B5EF4-FFF2-40B4-BE49-F238E27FC236}">
                      <a16:creationId xmlns:a16="http://schemas.microsoft.com/office/drawing/2014/main" id="{5D5A82E0-6C56-F92C-0495-00AA7DA7A82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8B53BF-19D5-E75C-9E67-2FA111D261F5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7FE3EC9F-0156-7F77-26B2-D6E3DE919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72B42A1-5093-12C6-B06A-AE3B7BB94029}"/>
              </a:ext>
            </a:extLst>
          </p:cNvPr>
          <p:cNvGrpSpPr/>
          <p:nvPr/>
        </p:nvGrpSpPr>
        <p:grpSpPr>
          <a:xfrm>
            <a:off x="4574111" y="3688757"/>
            <a:ext cx="2474845" cy="494096"/>
            <a:chOff x="4574111" y="3841157"/>
            <a:chExt cx="2474845" cy="494096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9AB5A18-0B64-6737-F0C0-2783898AB97D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0801ECD8-E9A9-AB7E-C763-287CD063273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D6F2411-A556-DDBC-CEF4-35AAED392714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DF6CAC59-375D-7C49-1F45-FA47F8D367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CC889D-43DF-71E1-D566-810B03F5E644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88C15710-7304-A8A6-3956-2AAA8DC1B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229E7EF-4B51-DC77-21A2-1FDB27E9B844}"/>
              </a:ext>
            </a:extLst>
          </p:cNvPr>
          <p:cNvGrpSpPr/>
          <p:nvPr/>
        </p:nvGrpSpPr>
        <p:grpSpPr>
          <a:xfrm>
            <a:off x="7383738" y="3688757"/>
            <a:ext cx="1716293" cy="326913"/>
            <a:chOff x="7383738" y="3841157"/>
            <a:chExt cx="1716293" cy="326913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425B117-979B-78BD-A33E-B8E77BBE4A93}"/>
                </a:ext>
              </a:extLst>
            </p:cNvPr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9F4297D8-288F-4035-1BC9-1AB9E2C2CCA4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ACC85532-3D91-4EBF-F4F3-02E2C72A0896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C3CE961E-6E12-4288-6811-EC4C94A9A86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83DBC2E-8C8D-6113-5BE3-E076592D53D5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외부 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37" name="그래픽 36">
              <a:extLst>
                <a:ext uri="{FF2B5EF4-FFF2-40B4-BE49-F238E27FC236}">
                  <a16:creationId xmlns:a16="http://schemas.microsoft.com/office/drawing/2014/main" id="{CFA7182D-D854-F343-670E-5818B7BE1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226804D-7FEC-3714-106C-1B780D651D1E}"/>
              </a:ext>
            </a:extLst>
          </p:cNvPr>
          <p:cNvGrpSpPr/>
          <p:nvPr/>
        </p:nvGrpSpPr>
        <p:grpSpPr>
          <a:xfrm>
            <a:off x="4574111" y="4217394"/>
            <a:ext cx="2456768" cy="326913"/>
            <a:chOff x="4574111" y="4369794"/>
            <a:chExt cx="2456768" cy="326913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D600AA4F-5870-105B-F2AA-347E94365EA2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2C55C0E7-869F-D29A-AC05-4007CDEE749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2" name="사각형: 둥근 모서리 61">
                  <a:extLst>
                    <a:ext uri="{FF2B5EF4-FFF2-40B4-BE49-F238E27FC236}">
                      <a16:creationId xmlns:a16="http://schemas.microsoft.com/office/drawing/2014/main" id="{B950DBBF-8B99-7804-4F90-EBD2FB29CD50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6E9E3957-E987-BCF4-6934-C6A0DEA4978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321310B-5344-837D-D092-8B2EB524EB9B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6BD30E13-CA12-ED07-A2DF-0C18A20B0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401C572-F2C9-CCAE-14E1-CF0F96E579B7}"/>
              </a:ext>
            </a:extLst>
          </p:cNvPr>
          <p:cNvGrpSpPr/>
          <p:nvPr/>
        </p:nvGrpSpPr>
        <p:grpSpPr>
          <a:xfrm>
            <a:off x="4574111" y="4744444"/>
            <a:ext cx="2456768" cy="326913"/>
            <a:chOff x="4574111" y="4896844"/>
            <a:chExt cx="2456768" cy="326913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616CCD1C-F614-3B1B-09EB-61CBCC677017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CFD02656-848C-A0AD-9F8D-E2B3D5ECB43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6" name="사각형: 둥근 모서리 75">
                  <a:extLst>
                    <a:ext uri="{FF2B5EF4-FFF2-40B4-BE49-F238E27FC236}">
                      <a16:creationId xmlns:a16="http://schemas.microsoft.com/office/drawing/2014/main" id="{BB599566-5DE3-B336-ECE2-1091D054CC2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0D29C46F-0D1D-90C3-69E0-1DDB840F436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604FD34-9635-0A9E-CA74-A5C456289CC3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73" name="그래픽 72">
              <a:extLst>
                <a:ext uri="{FF2B5EF4-FFF2-40B4-BE49-F238E27FC236}">
                  <a16:creationId xmlns:a16="http://schemas.microsoft.com/office/drawing/2014/main" id="{85B6BB23-3105-017E-E3AC-3A2F01C59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7F270E2-68A6-F754-CCB5-096ABDD8BC98}"/>
              </a:ext>
            </a:extLst>
          </p:cNvPr>
          <p:cNvGrpSpPr/>
          <p:nvPr/>
        </p:nvGrpSpPr>
        <p:grpSpPr>
          <a:xfrm>
            <a:off x="4574111" y="5274669"/>
            <a:ext cx="2474845" cy="326913"/>
            <a:chOff x="4574111" y="5427069"/>
            <a:chExt cx="2474845" cy="326913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6FBFB377-0301-7A75-A061-A8FAC55151A5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CE07941E-7EB5-D483-36EE-E0D7AA27815A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8E42F755-4F07-90C8-BFAB-CBAE7227E79F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0CA8F59F-E78A-8EAE-74CF-B02E1829A5C9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411E53B-F162-D6FA-DDD1-E013170DD7DA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88" name="그래픽 87">
              <a:extLst>
                <a:ext uri="{FF2B5EF4-FFF2-40B4-BE49-F238E27FC236}">
                  <a16:creationId xmlns:a16="http://schemas.microsoft.com/office/drawing/2014/main" id="{4BDDD1C9-B316-60A9-2785-70707C0AB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A186FA94-C3C6-5F74-7653-C46602DB810F}"/>
              </a:ext>
            </a:extLst>
          </p:cNvPr>
          <p:cNvGrpSpPr/>
          <p:nvPr/>
        </p:nvGrpSpPr>
        <p:grpSpPr>
          <a:xfrm>
            <a:off x="7383738" y="5274669"/>
            <a:ext cx="1936899" cy="326914"/>
            <a:chOff x="7383738" y="5427069"/>
            <a:chExt cx="1936899" cy="326914"/>
          </a:xfrm>
        </p:grpSpPr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2E3E66DF-1A34-B244-441D-713F43B8739D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96" name="그룹 95">
                <a:extLst>
                  <a:ext uri="{FF2B5EF4-FFF2-40B4-BE49-F238E27FC236}">
                    <a16:creationId xmlns:a16="http://schemas.microsoft.com/office/drawing/2014/main" id="{1A5E4140-8AE3-7832-7202-D465A7AC32F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8" name="사각형: 둥근 모서리 97">
                  <a:extLst>
                    <a:ext uri="{FF2B5EF4-FFF2-40B4-BE49-F238E27FC236}">
                      <a16:creationId xmlns:a16="http://schemas.microsoft.com/office/drawing/2014/main" id="{9A1CE8C8-C9FB-1D9C-6CEC-C8F0C97EB170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99" name="타원 98">
                  <a:extLst>
                    <a:ext uri="{FF2B5EF4-FFF2-40B4-BE49-F238E27FC236}">
                      <a16:creationId xmlns:a16="http://schemas.microsoft.com/office/drawing/2014/main" id="{7D7D4B31-6AA0-3C18-CC85-40F50E27AEA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4A7258A-B8AF-F637-D729-A49443B40F13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95" name="그래픽 94">
              <a:extLst>
                <a:ext uri="{FF2B5EF4-FFF2-40B4-BE49-F238E27FC236}">
                  <a16:creationId xmlns:a16="http://schemas.microsoft.com/office/drawing/2014/main" id="{65306620-3A1F-F92E-4C20-CA0116438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538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B9D7A-7040-E639-64DF-368BD175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04347D1-24B1-FAFE-E749-1CBC301C5887}"/>
              </a:ext>
            </a:extLst>
          </p:cNvPr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경과</a:t>
            </a:r>
          </a:p>
        </p:txBody>
      </p:sp>
      <p:sp>
        <p:nvSpPr>
          <p:cNvPr id="56" name="슬라이드 번호 개체 틀 11">
            <a:extLst>
              <a:ext uri="{FF2B5EF4-FFF2-40B4-BE49-F238E27FC236}">
                <a16:creationId xmlns:a16="http://schemas.microsoft.com/office/drawing/2014/main" id="{601ABA90-DF77-4638-35F6-5F8D8784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B731FE2-E2A3-5F93-DCBA-27909BFD06E5}"/>
              </a:ext>
            </a:extLst>
          </p:cNvPr>
          <p:cNvGrpSpPr/>
          <p:nvPr/>
        </p:nvGrpSpPr>
        <p:grpSpPr>
          <a:xfrm>
            <a:off x="541891" y="1185172"/>
            <a:ext cx="10526159" cy="369332"/>
            <a:chOff x="541891" y="1430219"/>
            <a:chExt cx="10526159" cy="36933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E74A5D7-DA73-AD64-17AA-980D3EDCC78F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세부적으로 작성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15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84" name="그래픽 43">
              <a:extLst>
                <a:ext uri="{FF2B5EF4-FFF2-40B4-BE49-F238E27FC236}">
                  <a16:creationId xmlns:a16="http://schemas.microsoft.com/office/drawing/2014/main" id="{C703B9BF-5ED2-C200-71CF-BC23D94FD199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8677B6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8677B6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B42485-27ED-5416-78C0-F8A53321FF99}"/>
              </a:ext>
            </a:extLst>
          </p:cNvPr>
          <p:cNvSpPr txBox="1"/>
          <p:nvPr/>
        </p:nvSpPr>
        <p:spPr>
          <a:xfrm>
            <a:off x="467002" y="1728348"/>
            <a:ext cx="988662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성격에 따라 여러 장표에 걸쳐 자세하게 요구사항 정의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 소개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개발 과정 및 결과 등 상세히 작성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  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다른 하위요소로 구분 가능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5B9BD5">
                    <a:shade val="15000"/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주요 코드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활용 프로그램 화면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수행 결과물 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" name="왼쪽 중괄호 1">
            <a:extLst>
              <a:ext uri="{FF2B5EF4-FFF2-40B4-BE49-F238E27FC236}">
                <a16:creationId xmlns:a16="http://schemas.microsoft.com/office/drawing/2014/main" id="{F7414D39-8DB8-DBE0-E786-E33616CB8B32}"/>
              </a:ext>
            </a:extLst>
          </p:cNvPr>
          <p:cNvSpPr/>
          <p:nvPr/>
        </p:nvSpPr>
        <p:spPr>
          <a:xfrm>
            <a:off x="2235565" y="311619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64031-C232-7FF0-FACF-3B5C7EC0222F}"/>
              </a:ext>
            </a:extLst>
          </p:cNvPr>
          <p:cNvSpPr txBox="1"/>
          <p:nvPr/>
        </p:nvSpPr>
        <p:spPr>
          <a:xfrm>
            <a:off x="513707" y="298369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1B8F503-42FE-E705-2F0D-F6ECC9CC6B24}"/>
              </a:ext>
            </a:extLst>
          </p:cNvPr>
          <p:cNvSpPr/>
          <p:nvPr/>
        </p:nvSpPr>
        <p:spPr>
          <a:xfrm>
            <a:off x="2830989" y="3756250"/>
            <a:ext cx="8902656" cy="673099"/>
          </a:xfrm>
          <a:prstGeom prst="roundRect">
            <a:avLst/>
          </a:prstGeom>
          <a:solidFill>
            <a:srgbClr val="F4F5FA">
              <a:alpha val="85000"/>
            </a:srgbClr>
          </a:solidFill>
          <a:ln>
            <a:noFill/>
          </a:ln>
          <a:effectLst>
            <a:outerShdw blurRad="76200" algn="ctr" rotWithShape="0">
              <a:srgbClr val="E2DEEE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07603D1-D36B-5A25-8AA6-7F752BE1692B}"/>
              </a:ext>
            </a:extLst>
          </p:cNvPr>
          <p:cNvGrpSpPr/>
          <p:nvPr/>
        </p:nvGrpSpPr>
        <p:grpSpPr>
          <a:xfrm>
            <a:off x="2638615" y="3907787"/>
            <a:ext cx="408282" cy="351966"/>
            <a:chOff x="450324" y="2128945"/>
            <a:chExt cx="889526" cy="766832"/>
          </a:xfrm>
        </p:grpSpPr>
        <p:sp>
          <p:nvSpPr>
            <p:cNvPr id="17" name="육각형 16">
              <a:extLst>
                <a:ext uri="{FF2B5EF4-FFF2-40B4-BE49-F238E27FC236}">
                  <a16:creationId xmlns:a16="http://schemas.microsoft.com/office/drawing/2014/main" id="{A7D29DF8-6C11-CA1F-E422-CA69F4C0BD1A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C5325DC3-25A8-BBC6-BA0F-3B51EF200FB1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>
                <a:gd name="connsiteX0" fmla="*/ 0 w 751712"/>
                <a:gd name="connsiteY0" fmla="*/ 497894 h 766419"/>
                <a:gd name="connsiteX1" fmla="*/ 107134 w 751712"/>
                <a:gd name="connsiteY1" fmla="*/ 3253 h 766419"/>
                <a:gd name="connsiteX2" fmla="*/ 119855 w 751712"/>
                <a:gd name="connsiteY2" fmla="*/ 0 h 766419"/>
                <a:gd name="connsiteX3" fmla="*/ 751712 w 751712"/>
                <a:gd name="connsiteY3" fmla="*/ 649798 h 766419"/>
                <a:gd name="connsiteX4" fmla="*/ 749455 w 751712"/>
                <a:gd name="connsiteY4" fmla="*/ 660217 h 766419"/>
                <a:gd name="connsiteX5" fmla="*/ 334147 w 751712"/>
                <a:gd name="connsiteY5" fmla="*/ 766419 h 766419"/>
                <a:gd name="connsiteX6" fmla="*/ 0 w 751712"/>
                <a:gd name="connsiteY6" fmla="*/ 497894 h 76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1712" h="766419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69000">
                  <a:schemeClr val="bg1">
                    <a:alpha val="20000"/>
                  </a:schemeClr>
                </a:gs>
                <a:gs pos="0">
                  <a:srgbClr val="2069C2">
                    <a:alpha val="14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AA98BCE-F7CD-418C-668E-72934D5B66D9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anose="02000703000000020004" pitchFamily="2" charset="-127"/>
                </a:rPr>
                <a:t>2</a:t>
              </a:r>
              <a:endPara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196AF6-B128-1791-065E-653BA598F566}"/>
              </a:ext>
            </a:extLst>
          </p:cNvPr>
          <p:cNvSpPr txBox="1"/>
          <p:nvPr/>
        </p:nvSpPr>
        <p:spPr>
          <a:xfrm>
            <a:off x="3249707" y="3934756"/>
            <a:ext cx="8600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과정이 잘 드러날 수 있도록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가공 과정부터 활용까지 전체적인 프로세스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단계별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작성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C38A19F-ABFB-7BDA-7AD5-F81217E98ECF}"/>
              </a:ext>
            </a:extLst>
          </p:cNvPr>
          <p:cNvSpPr/>
          <p:nvPr/>
        </p:nvSpPr>
        <p:spPr>
          <a:xfrm>
            <a:off x="2830989" y="4693172"/>
            <a:ext cx="8902656" cy="673099"/>
          </a:xfrm>
          <a:prstGeom prst="roundRect">
            <a:avLst/>
          </a:prstGeom>
          <a:solidFill>
            <a:srgbClr val="F4F5FA">
              <a:alpha val="85000"/>
            </a:srgbClr>
          </a:solidFill>
          <a:ln>
            <a:noFill/>
          </a:ln>
          <a:effectLst>
            <a:outerShdw blurRad="76200" algn="ctr" rotWithShape="0">
              <a:srgbClr val="E2DEEE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393FBF2-3E2E-4466-B3FF-B8843FC69ADE}"/>
              </a:ext>
            </a:extLst>
          </p:cNvPr>
          <p:cNvGrpSpPr/>
          <p:nvPr/>
        </p:nvGrpSpPr>
        <p:grpSpPr>
          <a:xfrm>
            <a:off x="2638615" y="4844370"/>
            <a:ext cx="408282" cy="351966"/>
            <a:chOff x="450324" y="2128945"/>
            <a:chExt cx="889526" cy="766832"/>
          </a:xfrm>
        </p:grpSpPr>
        <p:sp>
          <p:nvSpPr>
            <p:cNvPr id="45" name="육각형 44">
              <a:extLst>
                <a:ext uri="{FF2B5EF4-FFF2-40B4-BE49-F238E27FC236}">
                  <a16:creationId xmlns:a16="http://schemas.microsoft.com/office/drawing/2014/main" id="{BF4B039C-54F3-06BC-AB50-B6F9495D9582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A852682F-A077-4269-BED0-2CB3F72E8FDA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>
                <a:gd name="connsiteX0" fmla="*/ 0 w 751712"/>
                <a:gd name="connsiteY0" fmla="*/ 497894 h 766419"/>
                <a:gd name="connsiteX1" fmla="*/ 107134 w 751712"/>
                <a:gd name="connsiteY1" fmla="*/ 3253 h 766419"/>
                <a:gd name="connsiteX2" fmla="*/ 119855 w 751712"/>
                <a:gd name="connsiteY2" fmla="*/ 0 h 766419"/>
                <a:gd name="connsiteX3" fmla="*/ 751712 w 751712"/>
                <a:gd name="connsiteY3" fmla="*/ 649798 h 766419"/>
                <a:gd name="connsiteX4" fmla="*/ 749455 w 751712"/>
                <a:gd name="connsiteY4" fmla="*/ 660217 h 766419"/>
                <a:gd name="connsiteX5" fmla="*/ 334147 w 751712"/>
                <a:gd name="connsiteY5" fmla="*/ 766419 h 766419"/>
                <a:gd name="connsiteX6" fmla="*/ 0 w 751712"/>
                <a:gd name="connsiteY6" fmla="*/ 497894 h 76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1712" h="766419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69000">
                  <a:schemeClr val="bg1">
                    <a:alpha val="20000"/>
                  </a:schemeClr>
                </a:gs>
                <a:gs pos="0">
                  <a:srgbClr val="2069C2">
                    <a:alpha val="14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9FC21D-7C48-3FEC-6D42-AE01B04BA029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anose="02000703000000020004" pitchFamily="2" charset="-127"/>
                </a:rPr>
                <a:t>3</a:t>
              </a:r>
              <a:endPara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645855D-AAC6-594F-BACC-9B6B5DDA8B13}"/>
              </a:ext>
            </a:extLst>
          </p:cNvPr>
          <p:cNvSpPr txBox="1"/>
          <p:nvPr/>
        </p:nvSpPr>
        <p:spPr>
          <a:xfrm>
            <a:off x="3249708" y="4804706"/>
            <a:ext cx="8176640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과정에서의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 내용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그것을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보완 등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내용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되도록 작성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2E7FBBC-23F4-B24D-ACB9-1B0AAB685436}"/>
              </a:ext>
            </a:extLst>
          </p:cNvPr>
          <p:cNvSpPr/>
          <p:nvPr/>
        </p:nvSpPr>
        <p:spPr>
          <a:xfrm>
            <a:off x="2830989" y="2819328"/>
            <a:ext cx="8902656" cy="673099"/>
          </a:xfrm>
          <a:prstGeom prst="roundRect">
            <a:avLst/>
          </a:prstGeom>
          <a:solidFill>
            <a:srgbClr val="F4F5FA">
              <a:alpha val="85000"/>
            </a:srgbClr>
          </a:solidFill>
          <a:ln>
            <a:noFill/>
          </a:ln>
          <a:effectLst>
            <a:outerShdw blurRad="76200" algn="ctr" rotWithShape="0">
              <a:srgbClr val="E2DEEE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B333D9-7E6C-D53F-6CBF-939BDED75B9F}"/>
              </a:ext>
            </a:extLst>
          </p:cNvPr>
          <p:cNvSpPr txBox="1"/>
          <p:nvPr/>
        </p:nvSpPr>
        <p:spPr>
          <a:xfrm>
            <a:off x="3249708" y="2882889"/>
            <a:ext cx="83425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결과를 서술하는 과정에서는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활용된 기술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방법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핵심기능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결과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등을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상세히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작성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D9FB3D-41D8-431E-49BD-8BE0FC96085C}"/>
              </a:ext>
            </a:extLst>
          </p:cNvPr>
          <p:cNvSpPr txBox="1"/>
          <p:nvPr/>
        </p:nvSpPr>
        <p:spPr>
          <a:xfrm>
            <a:off x="3844898" y="3081102"/>
            <a:ext cx="329510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직종의 경우 정확도 등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FA9A6A3-6B13-1D00-CD78-FC40B13ED808}"/>
              </a:ext>
            </a:extLst>
          </p:cNvPr>
          <p:cNvGrpSpPr/>
          <p:nvPr/>
        </p:nvGrpSpPr>
        <p:grpSpPr>
          <a:xfrm>
            <a:off x="2638615" y="2971204"/>
            <a:ext cx="408282" cy="351966"/>
            <a:chOff x="450324" y="2128945"/>
            <a:chExt cx="889526" cy="766832"/>
          </a:xfrm>
        </p:grpSpPr>
        <p:sp>
          <p:nvSpPr>
            <p:cNvPr id="61" name="육각형 60">
              <a:extLst>
                <a:ext uri="{FF2B5EF4-FFF2-40B4-BE49-F238E27FC236}">
                  <a16:creationId xmlns:a16="http://schemas.microsoft.com/office/drawing/2014/main" id="{0EB775A5-A89F-D9F9-A370-86E26DAC6635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6B971947-34AE-0950-17EC-84CF69A446BD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>
                <a:gd name="connsiteX0" fmla="*/ 0 w 751712"/>
                <a:gd name="connsiteY0" fmla="*/ 497894 h 766419"/>
                <a:gd name="connsiteX1" fmla="*/ 107134 w 751712"/>
                <a:gd name="connsiteY1" fmla="*/ 3253 h 766419"/>
                <a:gd name="connsiteX2" fmla="*/ 119855 w 751712"/>
                <a:gd name="connsiteY2" fmla="*/ 0 h 766419"/>
                <a:gd name="connsiteX3" fmla="*/ 751712 w 751712"/>
                <a:gd name="connsiteY3" fmla="*/ 649798 h 766419"/>
                <a:gd name="connsiteX4" fmla="*/ 749455 w 751712"/>
                <a:gd name="connsiteY4" fmla="*/ 660217 h 766419"/>
                <a:gd name="connsiteX5" fmla="*/ 334147 w 751712"/>
                <a:gd name="connsiteY5" fmla="*/ 766419 h 766419"/>
                <a:gd name="connsiteX6" fmla="*/ 0 w 751712"/>
                <a:gd name="connsiteY6" fmla="*/ 497894 h 76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1712" h="766419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69000">
                  <a:schemeClr val="bg1">
                    <a:alpha val="20000"/>
                  </a:schemeClr>
                </a:gs>
                <a:gs pos="0">
                  <a:srgbClr val="2069C2">
                    <a:alpha val="14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A2485A0-89B4-FE70-1973-FB27AB98541B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anose="02000703000000020004" pitchFamily="2" charset="-127"/>
                </a:rPr>
                <a:t>1</a:t>
              </a:r>
              <a:endPara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F091C63-04D9-398B-BD3A-CFAD4B9DE8A3}"/>
              </a:ext>
            </a:extLst>
          </p:cNvPr>
          <p:cNvSpPr/>
          <p:nvPr/>
        </p:nvSpPr>
        <p:spPr>
          <a:xfrm>
            <a:off x="3342956" y="3189880"/>
            <a:ext cx="501942" cy="198999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28369CAD-E9C5-FE05-A3D6-F317B9F26E33}"/>
              </a:ext>
            </a:extLst>
          </p:cNvPr>
          <p:cNvSpPr/>
          <p:nvPr/>
        </p:nvSpPr>
        <p:spPr>
          <a:xfrm>
            <a:off x="2830989" y="5630094"/>
            <a:ext cx="8902656" cy="673099"/>
          </a:xfrm>
          <a:prstGeom prst="roundRect">
            <a:avLst/>
          </a:prstGeom>
          <a:solidFill>
            <a:srgbClr val="F4F5FA">
              <a:alpha val="85000"/>
            </a:srgbClr>
          </a:solidFill>
          <a:ln>
            <a:noFill/>
          </a:ln>
          <a:effectLst>
            <a:outerShdw blurRad="76200" algn="ctr" rotWithShape="0">
              <a:srgbClr val="E2DEEE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7D25EEB1-DCB9-C3E4-20ED-BE0EA0958F91}"/>
              </a:ext>
            </a:extLst>
          </p:cNvPr>
          <p:cNvGrpSpPr/>
          <p:nvPr/>
        </p:nvGrpSpPr>
        <p:grpSpPr>
          <a:xfrm>
            <a:off x="2638615" y="5780953"/>
            <a:ext cx="408282" cy="351966"/>
            <a:chOff x="450324" y="2128945"/>
            <a:chExt cx="889526" cy="766832"/>
          </a:xfrm>
        </p:grpSpPr>
        <p:sp>
          <p:nvSpPr>
            <p:cNvPr id="78" name="육각형 77">
              <a:extLst>
                <a:ext uri="{FF2B5EF4-FFF2-40B4-BE49-F238E27FC236}">
                  <a16:creationId xmlns:a16="http://schemas.microsoft.com/office/drawing/2014/main" id="{6BDB8247-5C8F-8E14-21B8-866A39BEEA27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ABFD2A02-0BA4-E85C-CE1D-96A0ABBC6B6E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>
                <a:gd name="connsiteX0" fmla="*/ 0 w 751712"/>
                <a:gd name="connsiteY0" fmla="*/ 497894 h 766419"/>
                <a:gd name="connsiteX1" fmla="*/ 107134 w 751712"/>
                <a:gd name="connsiteY1" fmla="*/ 3253 h 766419"/>
                <a:gd name="connsiteX2" fmla="*/ 119855 w 751712"/>
                <a:gd name="connsiteY2" fmla="*/ 0 h 766419"/>
                <a:gd name="connsiteX3" fmla="*/ 751712 w 751712"/>
                <a:gd name="connsiteY3" fmla="*/ 649798 h 766419"/>
                <a:gd name="connsiteX4" fmla="*/ 749455 w 751712"/>
                <a:gd name="connsiteY4" fmla="*/ 660217 h 766419"/>
                <a:gd name="connsiteX5" fmla="*/ 334147 w 751712"/>
                <a:gd name="connsiteY5" fmla="*/ 766419 h 766419"/>
                <a:gd name="connsiteX6" fmla="*/ 0 w 751712"/>
                <a:gd name="connsiteY6" fmla="*/ 497894 h 76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1712" h="766419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69000">
                  <a:schemeClr val="bg1">
                    <a:alpha val="20000"/>
                  </a:schemeClr>
                </a:gs>
                <a:gs pos="0">
                  <a:srgbClr val="2069C2">
                    <a:alpha val="14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546A440-4D17-2A1E-67FF-F072CDA74A33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anose="02000703000000020004" pitchFamily="2" charset="-127"/>
                </a:rPr>
                <a:t>4</a:t>
              </a:r>
              <a:endPara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3659FE2-976E-C536-38E0-9AA882B92F84}"/>
              </a:ext>
            </a:extLst>
          </p:cNvPr>
          <p:cNvSpPr txBox="1"/>
          <p:nvPr/>
        </p:nvSpPr>
        <p:spPr>
          <a:xfrm>
            <a:off x="3275252" y="5803047"/>
            <a:ext cx="69560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결과물을 잘 드러낼 수 있는 자료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첨부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ex.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동영상 등</a:t>
            </a:r>
          </a:p>
        </p:txBody>
      </p:sp>
    </p:spTree>
    <p:extLst>
      <p:ext uri="{BB962C8B-B14F-4D97-AF65-F5344CB8AC3E}">
        <p14:creationId xmlns:p14="http://schemas.microsoft.com/office/powerpoint/2010/main" val="26784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1A1A3-DB1C-868A-3C78-CDA11E60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233B521-EEB8-7C6B-E63D-63318347E0C0}"/>
              </a:ext>
            </a:extLst>
          </p:cNvPr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자체 평가 의견</a:t>
            </a:r>
          </a:p>
        </p:txBody>
      </p:sp>
      <p:sp>
        <p:nvSpPr>
          <p:cNvPr id="56" name="슬라이드 번호 개체 틀 11">
            <a:extLst>
              <a:ext uri="{FF2B5EF4-FFF2-40B4-BE49-F238E27FC236}">
                <a16:creationId xmlns:a16="http://schemas.microsoft.com/office/drawing/2014/main" id="{5EB9386C-C48D-2D41-F427-526971101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491127A-39BF-639F-F5B7-EEE8873ED22F}"/>
              </a:ext>
            </a:extLst>
          </p:cNvPr>
          <p:cNvGrpSpPr/>
          <p:nvPr/>
        </p:nvGrpSpPr>
        <p:grpSpPr>
          <a:xfrm>
            <a:off x="541891" y="1185172"/>
            <a:ext cx="10526159" cy="923330"/>
            <a:chOff x="541891" y="1430219"/>
            <a:chExt cx="10526159" cy="923330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BEED090-7CD2-9A90-C9BD-0D390F716ED5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15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84" name="그래픽 43">
              <a:extLst>
                <a:ext uri="{FF2B5EF4-FFF2-40B4-BE49-F238E27FC236}">
                  <a16:creationId xmlns:a16="http://schemas.microsoft.com/office/drawing/2014/main" id="{7B8DA979-3666-ED14-438D-659017597C67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8677B6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8677B6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2F587D8-AD3E-5680-266C-CB5DBA9A03C5}"/>
              </a:ext>
            </a:extLst>
          </p:cNvPr>
          <p:cNvSpPr txBox="1"/>
          <p:nvPr/>
        </p:nvSpPr>
        <p:spPr>
          <a:xfrm>
            <a:off x="467002" y="1852173"/>
            <a:ext cx="988662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성격에 따라 여러 장표에 걸쳐 자세하게 요구사항 정의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 소개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개발 과정 및 결과 등 상세히 작성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  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다른 하위요소로 구분 가능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5B9BD5">
                    <a:shade val="15000"/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주요 코드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활용 프로그램 화면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수행 결과물 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CF1B7D3-5591-7153-61A9-8312F462C8A9}"/>
              </a:ext>
            </a:extLst>
          </p:cNvPr>
          <p:cNvSpPr/>
          <p:nvPr/>
        </p:nvSpPr>
        <p:spPr>
          <a:xfrm>
            <a:off x="541891" y="2941510"/>
            <a:ext cx="5363941" cy="1509840"/>
          </a:xfrm>
          <a:prstGeom prst="roundRect">
            <a:avLst>
              <a:gd name="adj" fmla="val 6897"/>
            </a:avLst>
          </a:prstGeom>
          <a:solidFill>
            <a:srgbClr val="EBE9F3"/>
          </a:solidFill>
          <a:ln>
            <a:noFill/>
          </a:ln>
          <a:effectLst>
            <a:outerShdw blurRad="63500" algn="ctr" rotWithShape="0">
              <a:srgbClr val="8677B6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196244-B82A-61BC-F55E-F5AD74297190}"/>
              </a:ext>
            </a:extLst>
          </p:cNvPr>
          <p:cNvSpPr/>
          <p:nvPr/>
        </p:nvSpPr>
        <p:spPr>
          <a:xfrm rot="5400000">
            <a:off x="3183368" y="762036"/>
            <a:ext cx="80985" cy="4439942"/>
          </a:xfrm>
          <a:prstGeom prst="rect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178D1-4C93-456A-5725-140101307C77}"/>
              </a:ext>
            </a:extLst>
          </p:cNvPr>
          <p:cNvSpPr txBox="1"/>
          <p:nvPr/>
        </p:nvSpPr>
        <p:spPr>
          <a:xfrm>
            <a:off x="758026" y="3366305"/>
            <a:ext cx="5051965" cy="7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사전 기획의 관점에서 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20000"/>
              </a:lnSpc>
              <a:defRPr/>
            </a:pP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결과물에 대한 완성도 평가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(10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점 만점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CAD8C25-C52E-566D-B6CC-CC80F00CCA41}"/>
              </a:ext>
            </a:extLst>
          </p:cNvPr>
          <p:cNvSpPr/>
          <p:nvPr/>
        </p:nvSpPr>
        <p:spPr>
          <a:xfrm>
            <a:off x="541891" y="4643310"/>
            <a:ext cx="5363941" cy="1509840"/>
          </a:xfrm>
          <a:prstGeom prst="roundRect">
            <a:avLst>
              <a:gd name="adj" fmla="val 6897"/>
            </a:avLst>
          </a:prstGeom>
          <a:solidFill>
            <a:srgbClr val="EEFAFC"/>
          </a:solidFill>
          <a:ln>
            <a:noFill/>
          </a:ln>
          <a:effectLst>
            <a:outerShdw blurRad="63500" algn="ctr" rotWithShape="0">
              <a:srgbClr val="33C1DA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26CFF4-D4C6-D5EF-671C-EC1921B985CB}"/>
              </a:ext>
            </a:extLst>
          </p:cNvPr>
          <p:cNvSpPr/>
          <p:nvPr/>
        </p:nvSpPr>
        <p:spPr>
          <a:xfrm rot="5400000">
            <a:off x="3183368" y="2463832"/>
            <a:ext cx="80985" cy="4439942"/>
          </a:xfrm>
          <a:prstGeom prst="rect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D2E58E-328C-7709-48BA-5B982B04DD13}"/>
              </a:ext>
            </a:extLst>
          </p:cNvPr>
          <p:cNvSpPr txBox="1"/>
          <p:nvPr/>
        </p:nvSpPr>
        <p:spPr>
          <a:xfrm>
            <a:off x="912406" y="5099438"/>
            <a:ext cx="4622911" cy="74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결과물의 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20000"/>
              </a:lnSpc>
              <a:defRPr/>
            </a:pP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추후 개선점이나 보완할 점 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등 내용 정리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C141D75-96FC-4ED6-84C6-EC122EC971F3}"/>
              </a:ext>
            </a:extLst>
          </p:cNvPr>
          <p:cNvSpPr/>
          <p:nvPr/>
        </p:nvSpPr>
        <p:spPr>
          <a:xfrm>
            <a:off x="6396215" y="4643310"/>
            <a:ext cx="5363941" cy="1509840"/>
          </a:xfrm>
          <a:prstGeom prst="roundRect">
            <a:avLst>
              <a:gd name="adj" fmla="val 6897"/>
            </a:avLst>
          </a:prstGeom>
          <a:solidFill>
            <a:srgbClr val="EBE9F3"/>
          </a:solidFill>
          <a:ln>
            <a:noFill/>
          </a:ln>
          <a:effectLst>
            <a:outerShdw blurRad="63500" algn="ctr" rotWithShape="0">
              <a:srgbClr val="8677B6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F414F5-16D7-BE70-05F1-756FC55E5F8D}"/>
              </a:ext>
            </a:extLst>
          </p:cNvPr>
          <p:cNvSpPr/>
          <p:nvPr/>
        </p:nvSpPr>
        <p:spPr>
          <a:xfrm rot="5400000">
            <a:off x="9037692" y="2463832"/>
            <a:ext cx="80985" cy="4439942"/>
          </a:xfrm>
          <a:prstGeom prst="rect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9BE732-ADE3-0611-174C-49CB8A8285D9}"/>
              </a:ext>
            </a:extLst>
          </p:cNvPr>
          <p:cNvSpPr txBox="1"/>
          <p:nvPr/>
        </p:nvSpPr>
        <p:spPr>
          <a:xfrm>
            <a:off x="6747148" y="5099438"/>
            <a:ext cx="4622911" cy="74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프로젝트를 수행하면서</a:t>
            </a:r>
            <a:b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느낀 점이나</a:t>
            </a:r>
            <a:r>
              <a: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경험한 성과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경력 계획 등과 연관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C25F1A9-2331-946F-ECBF-656A0135E3C3}"/>
              </a:ext>
            </a:extLst>
          </p:cNvPr>
          <p:cNvSpPr/>
          <p:nvPr/>
        </p:nvSpPr>
        <p:spPr>
          <a:xfrm>
            <a:off x="6396215" y="2941510"/>
            <a:ext cx="5363941" cy="1509840"/>
          </a:xfrm>
          <a:prstGeom prst="roundRect">
            <a:avLst>
              <a:gd name="adj" fmla="val 6897"/>
            </a:avLst>
          </a:prstGeom>
          <a:solidFill>
            <a:srgbClr val="EEFAFC"/>
          </a:solidFill>
          <a:ln>
            <a:noFill/>
          </a:ln>
          <a:effectLst>
            <a:outerShdw blurRad="63500" algn="ctr" rotWithShape="0">
              <a:srgbClr val="33C1DA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ACB172-C9AE-59E3-F57A-244C0D8913A2}"/>
              </a:ext>
            </a:extLst>
          </p:cNvPr>
          <p:cNvSpPr/>
          <p:nvPr/>
        </p:nvSpPr>
        <p:spPr>
          <a:xfrm rot="5400000">
            <a:off x="9037692" y="762036"/>
            <a:ext cx="80985" cy="4439942"/>
          </a:xfrm>
          <a:prstGeom prst="rect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44276F-F9C6-CD01-18C9-AC1D9428EB7D}"/>
              </a:ext>
            </a:extLst>
          </p:cNvPr>
          <p:cNvSpPr txBox="1"/>
          <p:nvPr/>
        </p:nvSpPr>
        <p:spPr>
          <a:xfrm>
            <a:off x="6636060" y="3366305"/>
            <a:ext cx="4995645" cy="37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개인 또는 우리 팀이 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잘한 부분과 아쉬운 점</a:t>
            </a:r>
            <a:endParaRPr lang="en-US" altLang="ko-KR" b="1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EBC238-CB7F-1C43-9C51-4F8DB745F711}"/>
              </a:ext>
            </a:extLst>
          </p:cNvPr>
          <p:cNvSpPr txBox="1"/>
          <p:nvPr/>
        </p:nvSpPr>
        <p:spPr>
          <a:xfrm>
            <a:off x="7774256" y="3847313"/>
            <a:ext cx="31822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평가 결과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정확도가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00.00%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</a:t>
            </a:r>
            <a:b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정확도 향상을 위해 모델 추후 개선 필요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B0A405D-EB0D-3E71-FFAB-60F04CE134D0}"/>
              </a:ext>
            </a:extLst>
          </p:cNvPr>
          <p:cNvSpPr/>
          <p:nvPr/>
        </p:nvSpPr>
        <p:spPr>
          <a:xfrm>
            <a:off x="7543801" y="3864104"/>
            <a:ext cx="230456" cy="199001"/>
          </a:xfrm>
          <a:prstGeom prst="ellipse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</p:spTree>
    <p:extLst>
      <p:ext uri="{BB962C8B-B14F-4D97-AF65-F5344CB8AC3E}">
        <p14:creationId xmlns:p14="http://schemas.microsoft.com/office/powerpoint/2010/main" val="3731554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58951" y="4789517"/>
            <a:ext cx="8601074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End of Document</a:t>
            </a:r>
            <a:endParaRPr kumimoji="0" lang="ko-KR" altLang="en-US" sz="36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58951" y="2696978"/>
            <a:ext cx="8601074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참여하신 여러분께 </a:t>
            </a:r>
            <a:endParaRPr kumimoji="0" lang="en-US" altLang="ko-KR" sz="36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진심으로 감사드립니다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36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58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</TotalTime>
  <Words>640</Words>
  <Application>Microsoft Office PowerPoint</Application>
  <PresentationFormat>와이드스크린</PresentationFormat>
  <Paragraphs>122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</vt:lpstr>
      <vt:lpstr>맑은 고딕</vt:lpstr>
      <vt:lpstr>Hyundai Sans Text Pro Regular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어정인/매니저/기술교육팀 SW기술파트</dc:creator>
  <cp:lastModifiedBy>최영균/책임매니저/기술교육사업기획팀 신사업기획파트</cp:lastModifiedBy>
  <cp:revision>181</cp:revision>
  <cp:lastPrinted>2024-11-07T11:06:51Z</cp:lastPrinted>
  <dcterms:created xsi:type="dcterms:W3CDTF">2024-09-30T11:38:08Z</dcterms:created>
  <dcterms:modified xsi:type="dcterms:W3CDTF">2026-01-07T05:53:30Z</dcterms:modified>
</cp:coreProperties>
</file>