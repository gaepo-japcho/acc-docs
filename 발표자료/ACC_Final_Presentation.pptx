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41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2560320" cy="429768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00B0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219456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804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NXP MPC5606B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0" y="1737360"/>
            <a:ext cx="219456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Arduino Uno ×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0" y="2743200"/>
            <a:ext cx="219456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Raspberry Pi 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3749040"/>
            <a:ext cx="219456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YOLO + PyQt5 HMI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914400"/>
            <a:ext cx="2103120" cy="31089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</a:rPr>
              <a:t>최종 발표  |  2026.04.30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</a:rPr>
              <a:t>1/10 스케일 RC카 기반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</a:rPr>
              <a:t>ACC 시스템 구현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2A5F5"/>
                </a:solidFill>
              </a:rPr>
              <a:t>AUTOSAR Classic + Arduino + Raspberry Pi 5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2A5F5"/>
                </a:solidFill>
              </a:rPr>
              <a:t>ISO 26262 / Automotive SPICE 4.0 적용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A4AE"/>
                </a:solidFill>
              </a:rPr>
              <a:t>팀원 1  •  팀원 2  •  팀원 3  •  팀원 4  •  팀원 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목  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A5F5"/>
                </a:solidFill>
              </a:rPr>
              <a:t>Contents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14600" y="4114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4114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4114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4114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프로젝트 동기 &amp; 목표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3258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258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3258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시스템 구성 &amp; 아키텍처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2402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2402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2402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2402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AUTOSAR ECU 설계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31546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31546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1546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154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상태머신 (FSM) 설계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40690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40690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0690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0690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센서 퓨전 &amp; HMI (RPi)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4114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4114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4114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114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모터 노드 (Arduino)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13258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13258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3258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13258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개발 표준 (ASPICE / ISO 26262)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22402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52160" y="22402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2402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22402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팀원별 역할 &amp; 기여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31546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52160" y="31546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1546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154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실패 사례 &amp; 교훈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0" y="406908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52160" y="4069080"/>
            <a:ext cx="411480" cy="7132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0690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0690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</a:rPr>
              <a:t>기술적 성장 &amp; 결론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프로젝트 동기 &amp; 배경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Motivation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32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왜 ACC를 선택했나?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182880" cy="1828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자동차 SW 개발 프로세스를 실제 산업 수준으로 체험하기 위해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231136"/>
            <a:ext cx="182880" cy="1828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7627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AUTOSAR, ISO 26262, ASPICE를 단일 프로젝트에 통합 적용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017520"/>
            <a:ext cx="182880" cy="1828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6265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제어(PID) · 통신(CAN) · 임베디드 · AI(YOLO)를 동시에 다루는 복합 도전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803904"/>
            <a:ext cx="182880" cy="18288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4904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1/10 스케일 RC카로 실차 원리를 안전하게 구현 가능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804672"/>
            <a:ext cx="434340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32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적용 표준 &amp; 도구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3977640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ASPICE 4.0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SYS/SWE/SUP 전 프로세스 적용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21992"/>
            <a:ext cx="3977640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</a:rPr>
              <a:t>ISO 26262:2018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ASIL A-D, HARA, FSC, MC/DC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026664"/>
            <a:ext cx="3977640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</a:rPr>
              <a:t>AUTOSAR Classic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RTE, SWC, DBC, E2E 보호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831336"/>
            <a:ext cx="3977640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</a:rPr>
              <a:t>StrictDoc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79개 요구사항 양방향 추적성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프로젝트 목표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Goals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2788920" cy="6400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960120"/>
            <a:ext cx="347472" cy="34747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969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전방 차량 감지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LiDAR + YOLO Fusion으로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거리 및 차량 유무 측정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8229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822960"/>
            <a:ext cx="278892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960120"/>
            <a:ext cx="347472" cy="3474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94176" y="969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자동 거리 제어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82696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THW 기반 안전거리 유지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SHORT/MED/LONG 3단계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8229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822960"/>
            <a:ext cx="27889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960120"/>
            <a:ext cx="347472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38544" y="969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상태머신 관리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27064" y="1417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OFF→STANDBY→CRUISING/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FOLLOWING→FAULT 전환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28346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834640"/>
            <a:ext cx="278892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" y="2971800"/>
            <a:ext cx="347472" cy="34747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2980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운전자 오버라이드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브레이크/가속 입력 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즉시 STANDBY (ASIL-B)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45536" y="28346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2834640"/>
            <a:ext cx="278892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5264" y="2971800"/>
            <a:ext cx="347472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94176" y="2980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Fail-Safe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82696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Fault 시 모터 출력→0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30ms 타임아웃 자동 정지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9904" y="283464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2834640"/>
            <a:ext cx="27889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2971800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38544" y="2980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풀 V모델 추적성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27064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STK→SYS→SWR/SAF→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코드→테스트 완전 추적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시스템 구성 &amp; 아키텍처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3-Node CAN Network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274320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955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Raspberry Pi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센서 퓨전 / HMI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118872" cy="1188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1790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YOLO 차량 감지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118872" cy="1188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LiDAR 거리 측정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962656"/>
            <a:ext cx="118872" cy="1188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0779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PyQt5 HMI GUI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657600"/>
            <a:ext cx="118872" cy="1188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0273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CAN 브릿지 (500kbps)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749808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749808"/>
            <a:ext cx="2743200" cy="65836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7955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NXP MPC5606B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1115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메인 ECU (AUTOSAR Classic)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29000" y="1572768"/>
            <a:ext cx="118872" cy="11887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51790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AccStateMachine (FSM)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267712"/>
            <a:ext cx="118872" cy="11887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DistanceControl (PID)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962656"/>
            <a:ext cx="118872" cy="11887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90779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MotorControl (PI)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3657600"/>
            <a:ext cx="118872" cy="11887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60273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Diagnostics / HmiManager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27648" y="749808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749808"/>
            <a:ext cx="2743200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7955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Arduino Uno ×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37376" y="1115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모터 노드 (Front / Rear)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10528" y="1572768"/>
            <a:ext cx="118872" cy="11887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151790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4채널 PWM 모터 구동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10528" y="2267712"/>
            <a:ext cx="118872" cy="11887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엔코더 속도 피드백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2962656"/>
            <a:ext cx="118872" cy="11887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408" y="290779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CAN 수신/송신 처리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10528" y="3657600"/>
            <a:ext cx="118872" cy="11887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3408" y="360273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30ms 타임아웃 안전정지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89504" y="23774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0FF"/>
                </a:solidFill>
              </a:rPr>
              <a:t>◄──CAN──►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971032" y="23774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0FF"/>
                </a:solidFill>
              </a:rPr>
              <a:t>◄──CAN──►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" y="4736592"/>
            <a:ext cx="8814816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" y="4736592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CAN 메시지:  0x110 SENSOR_FUSION (20ms)  │  0x210 MTR_CMD (10ms, ASIL-B)  │  0x310 MTR_SPD_FB (10ms)  │  0x510 ACC_CTRL (50ms)  │  0x480 ECU_HB (10ms)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AUTOSAR Classic ECU — SWC 설계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5 Software Components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4297680" cy="6400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AccStateMachine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896112"/>
            <a:ext cx="886968" cy="2560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89611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10ms | ASIL-B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24358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5개 리프 상태 (OFF/STANDBY/CRUISING/FOLLOWING/FAULT)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계층형 슈퍼스테이트로 안전 전환 우선순위 자동 보장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249424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249424"/>
            <a:ext cx="42976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DistanceControl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0" y="2340864"/>
            <a:ext cx="886968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34086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20ms | ASIL-B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26883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외부 PID 루프 — THW × EgoSpeed → 목표 거리 계산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CRUISING: 정속, FOLLOWING: 거리 PID, 안티와인드업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694176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694176"/>
            <a:ext cx="429768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785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MotorControl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3785616"/>
            <a:ext cx="886968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785616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10ms | ASIL-B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" y="41330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내부 PI 루프 — 4바퀴 PWM 생성 (FF + Kp·err + Ki·∫)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출력 클램핑, STANDBY 수동 패스스루 (SWR033)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04672"/>
            <a:ext cx="429768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Diagnostics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896112"/>
            <a:ext cx="886968" cy="2560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89611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10ms | ASIL-B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92040" y="124358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센서/모터 하트비트 동결 감지 → Fault 플래그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ECU 하트비트 송신 10ms 주기 (SAF018)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816352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16352"/>
            <a:ext cx="429768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HmiManager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46720" y="2907792"/>
            <a:ext cx="886968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290779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50ms | QM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32552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4버튼 엣지 감지 (ON/OFF / SET / RES / PAUSE)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브레이크/가속 레벨 트리거 패스스루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224528"/>
            <a:ext cx="4297680" cy="859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251960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</a:rPr>
              <a:t>Task 스케줄:  Task_10ms (AccFsm→MotorCtl→Diag)  │  Task_20ms (DistCtl)  │  Task_50ms (HmiMgr)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상태머신 (FSM) 설계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AccStateMachine — Stateflow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0" y="914400"/>
            <a:ext cx="1463040" cy="5303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9144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OFF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0" y="1874520"/>
            <a:ext cx="1463040" cy="5303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8745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STANDBY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1645920" cy="5303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2926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CRUISING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926080"/>
            <a:ext cx="1645920" cy="5303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926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FOLLOWING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0" y="4114800"/>
            <a:ext cx="1463040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FAULT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1444752"/>
            <a:ext cx="0" cy="4297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404872"/>
            <a:ext cx="0" cy="521208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404872"/>
            <a:ext cx="1261872" cy="521208"/>
          </a:xfrm>
          <a:prstGeom prst="line">
            <a:avLst/>
          </a:prstGeom>
          <a:noFill/>
          <a:ln w="19050">
            <a:solidFill>
              <a:srgbClr val="00B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3200400"/>
            <a:ext cx="219456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3456432"/>
            <a:ext cx="1965960" cy="658368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456432"/>
            <a:ext cx="0" cy="658368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4361688"/>
            <a:ext cx="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709160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ON 버튼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15910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OFF 버튼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91640" y="2633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SET + 미감지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89320" y="26334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SET + 감지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794760" y="2999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차량 감지 / 소실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23360" y="3794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5350"/>
                </a:solidFill>
              </a:rPr>
              <a:t>Fault 발생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37160" y="804672"/>
            <a:ext cx="1554480" cy="4041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8778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0FF"/>
                </a:solidFill>
              </a:rPr>
              <a:t>설계 핵심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" y="1298448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계층형 슈퍼스테이트로 전환 우선순위 자동 보장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1168" y="199339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외부 전환이 내부 전환보다 항상 먼저 평가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1168" y="2688336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브레이크 → 즉시 STANDBY (ASIL-B 요구)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1168" y="3383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FAULT는 어느 상태에서도 최우선 전환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1168" y="4078224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OFF 진입 시 항상 FAULT 초기화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센서 퓨전 &amp; HMI (Raspberry Pi 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acc_fusion / acc_hmi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32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기술 스택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388620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64008" cy="5303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26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Python 3.14+ (uv)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패키지 관리 + 가상환경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48256"/>
            <a:ext cx="388620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48256"/>
            <a:ext cx="64008" cy="5303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848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Ultralytics YOLO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322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전방 차량 실시간 감지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88620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06624"/>
            <a:ext cx="64008" cy="5303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43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OpenCV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2980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이미지 전처리 / 분석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388620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64992"/>
            <a:ext cx="64008" cy="5303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PyQt5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639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HMI GUI (시뮬레이션 내장)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388620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59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python-can + cantools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DBC 기반 CAN 파싱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804672"/>
            <a:ext cx="4343400" cy="4041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9326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모듈 구성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1417320"/>
            <a:ext cx="4069080" cy="6949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53"/>
                </a:solidFill>
              </a:rPr>
              <a:t>acc_fusion/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01184" y="17373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YOLO + LiDAR 센서 퓨전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거리·차량 감지 → CAN 전송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258568"/>
            <a:ext cx="4069080" cy="6949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2A5F5"/>
                </a:solidFill>
              </a:rPr>
              <a:t>acc_hmi/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1184" y="257860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PyQt5 GUI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스탠드얼론 시뮬레이션 모드 내장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99816"/>
            <a:ext cx="4069080" cy="6949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F"/>
                </a:solidFill>
              </a:rPr>
              <a:t>acc_can/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01184" y="34198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DBC 기반 CAN 브릿지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하드웨어 없을 때 자동 폴백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41064"/>
            <a:ext cx="4069080" cy="6949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986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</a:rPr>
              <a:t>interfaces/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01184" y="42611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노드 간 공유 데이터클래스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(Sensor / HMI / CAN 공통 타입)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모터 노드 설계 (Arduino × 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acc_motor_node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4315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04672"/>
            <a:ext cx="4315968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841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Arduino #1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1179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CAN 노드 (Gateway)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" y="1627632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45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MCP2515 CAN 쉴드 장착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" y="2194560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12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CAN ↔ I2C 게이트웨이 역할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" y="2761488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7797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0x210 MTR_CMD 수신 (10ms)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" y="3328416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3467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0x310 MTR_SPD_FB 송신 (10ms)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" y="3895344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9136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0x320 MTR_HEARTBEAT 송신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804672"/>
            <a:ext cx="43159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804672"/>
            <a:ext cx="4315968" cy="65836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841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Arduino #2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1179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모터 노드 (Actuator)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627632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1645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모터 쉴드 × 2 스택 (4채널)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194560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212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PWM 핀 5/6/9 — 핀 여유 없음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761488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7797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엔코더 인터럽트 INT1 (핀 3)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3467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4채널 독립 속도 피드백 송신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895344"/>
            <a:ext cx="3986784" cy="4572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9136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30ms 타임아웃 → 전체 모터 정지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03120" y="4553712"/>
            <a:ext cx="4937760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4553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ASIL-B: 30ms 명령 타임아웃 시 즉시 전체 모터 정지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개발 표준 준수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ASPICE 4.0 + ISO 26262:2018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60520" cy="4041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F"/>
                </a:solidFill>
              </a:rPr>
              <a:t>Automotive SPICE 4.0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3886200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1435608"/>
            <a:ext cx="658368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435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F"/>
                </a:solidFill>
              </a:rPr>
              <a:t>SYS.1~5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이해관계자 요구→시스템 아키텍처→검증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3886200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148840"/>
            <a:ext cx="658368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1488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F"/>
                </a:solidFill>
              </a:rPr>
              <a:t>SWE.1~6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SW 요구→설계→구현→단위/통합 테스트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816352"/>
            <a:ext cx="3886200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2862072"/>
            <a:ext cx="658368" cy="21945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8620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Partial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2862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F"/>
                </a:solidFill>
              </a:rPr>
              <a:t>HW.1~4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1181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하드웨어 요구사항 (경량 적용)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529584"/>
            <a:ext cx="3886200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3575304"/>
            <a:ext cx="658368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5753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575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FF"/>
                </a:solidFill>
              </a:rPr>
              <a:t>SUP.1/8~10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831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QA / CM / 문제관리 / 변경관리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804672"/>
            <a:ext cx="43434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8961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ISO 26262:2018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325880"/>
            <a:ext cx="406908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325880"/>
            <a:ext cx="64008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3624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Part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96128" y="13624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HARA / Safety Goals / FSC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90688" y="1389888"/>
            <a:ext cx="914400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0688" y="1389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187452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874520"/>
            <a:ext cx="64008" cy="5029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9110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Part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96128" y="1911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TSR + HSI (시스템↔HW 인터페이스)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90688" y="1938528"/>
            <a:ext cx="914400" cy="21945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Partial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54880" y="2423160"/>
            <a:ext cx="406908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423160"/>
            <a:ext cx="64008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4597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Part 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96128" y="24597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HW 안전 (HSI 문서로 대체)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90688" y="2487168"/>
            <a:ext cx="914400" cy="21945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0688" y="2487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Excluded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297180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971800"/>
            <a:ext cx="64008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008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Part 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96128" y="30083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MISRA-C / MC/DC / Fault Injection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90688" y="3035808"/>
            <a:ext cx="914400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3520440"/>
            <a:ext cx="406908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3520440"/>
            <a:ext cx="64008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557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Part 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96128" y="35570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Safety Impact Analysis (변경 연동)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90688" y="3584448"/>
            <a:ext cx="914400" cy="2194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90688" y="3584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82880" y="4736592"/>
            <a:ext cx="8778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7365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2A5F5"/>
                </a:solidFill>
              </a:rPr>
              <a:t>ASIL 배분:  H-01 비의도 가속 → ASIL C  │  H-02 제동 실패 → ASIL D  │  H-03 비의도 감속 → ASIL B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팀원별 역할 &amp; 기여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Team Contribution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74320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2743200" cy="54864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59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팀원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AUTOSAR ECU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" y="1463040"/>
            <a:ext cx="91440" cy="914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1732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AccStateMachine Stateflow 구현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" y="1746504"/>
            <a:ext cx="91440" cy="914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0078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DistanceControl PID 루프 설계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" y="2029968"/>
            <a:ext cx="91440" cy="914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MATLAB 스크립트 자동화 파이프라인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2313432"/>
            <a:ext cx="91440" cy="914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6771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AUTOSAR 인터페이스 및 DBC 설계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36392" y="804672"/>
            <a:ext cx="274320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36392" y="804672"/>
            <a:ext cx="2743200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859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팀원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모터 / CAN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82696" y="1463040"/>
            <a:ext cx="91440" cy="914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41732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Arduino 모터 노드 펌웨어 개발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82696" y="1746504"/>
            <a:ext cx="91440" cy="914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70078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MCP2515 CAN 드라이버 구현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82696" y="2029968"/>
            <a:ext cx="91440" cy="914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CAN ID &amp; DBC 통합 관리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82696" y="2313432"/>
            <a:ext cx="91440" cy="914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26771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I2C 게이트웨이 프로토콜 설계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9904" y="804672"/>
            <a:ext cx="274320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804672"/>
            <a:ext cx="2743200" cy="5486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859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팀원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963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RPi / AI 융합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1463040"/>
            <a:ext cx="91440" cy="914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1417320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YOLO 차량 감지 통합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36208" y="1746504"/>
            <a:ext cx="91440" cy="914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1700784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LiDAR 거리 측정 모듈 구현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36208" y="2029968"/>
            <a:ext cx="91440" cy="914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198424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PyQt5 HMI GUI 개발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36208" y="2313432"/>
            <a:ext cx="91440" cy="914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226771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CAN 브릿지 구현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37360" y="2907792"/>
            <a:ext cx="299923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737360" y="2907792"/>
            <a:ext cx="2999232" cy="5486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47088" y="296265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팀원 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847088" y="323697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요구사항 / 문서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83664" y="3566160"/>
            <a:ext cx="91440" cy="9144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29968" y="3520440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StrictDoc 79개 요구사항 작성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83664" y="3849624"/>
            <a:ext cx="91440" cy="9144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29968" y="3803904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ASPICE V-모델 추적성 구축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83664" y="4133088"/>
            <a:ext cx="91440" cy="9144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29968" y="40873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HARA &amp; Safety Goal 작성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883664" y="4416552"/>
            <a:ext cx="91440" cy="9144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29968" y="4370832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ISO 26262 FSC / TSR 문서화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2907792"/>
            <a:ext cx="299923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2907792"/>
            <a:ext cx="299923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01768" y="296265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팀원 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01768" y="323697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PM / 통합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038344" y="356616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84648" y="3520440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전체 일정 관리 및 스프린트 리뷰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38344" y="384962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84648" y="3803904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시스템 통합 테스트 설계 및 수행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38344" y="4133088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84648" y="408736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CAN 네트워크 통합 검증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038344" y="441655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84648" y="4370832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발표 자료 및 데모 환경 준비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실패 사례 &amp; 교훈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Lessons Learned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22960"/>
            <a:ext cx="429768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969264"/>
            <a:ext cx="475488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6926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실패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969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멀티-러너블 복잡도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131673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문제: SWC당 2 러너블 구조가 MATLAB R2024b에서 과도하게 복잡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874520"/>
            <a:ext cx="475488" cy="23774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74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교훈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18470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단일 러너블 + Stateflow 계층으로 단순화 → 동일 안전성 달성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822960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822960"/>
            <a:ext cx="429768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969264"/>
            <a:ext cx="475488" cy="23774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96926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실패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40096" y="969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CAN ID 충돌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31673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문제: ACC DBC와 mobilgene DBC 병합 시 0x300/0x310 메시지 충돌 발생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91456" y="1874520"/>
            <a:ext cx="475488" cy="23774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874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교훈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40096" y="18470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사전 네임스페이스 계획 필수. DBC가 유일한 진실 출처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999232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999232"/>
            <a:ext cx="4297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145536"/>
            <a:ext cx="475488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14553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실패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" y="3145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E2E CRC 미완성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" y="3493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문제: SAF010 요구 AUTOSAR E2E P01 CRC 구현이 기간 내 미완성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050792"/>
            <a:ext cx="475488" cy="23774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0507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교훈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" y="40233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30ms 타임아웃 폴백으로 ASIL-B 보장. 계층적 방어 문서화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2999232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2999232"/>
            <a:ext cx="42976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3145536"/>
            <a:ext cx="475488" cy="2377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14553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실패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40096" y="3145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MATLAB 버전 의존성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46320" y="3493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문제: R2022a 이하에서 autosar.api.create API 미지원으로 빌드 실패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91456" y="4050792"/>
            <a:ext cx="475488" cy="23774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40507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교훈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40096" y="40233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.m 스크립트가 진실 출처. GUI 직접 편집 금지, 버전 고정 필수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기술적 성장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Technical Growth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14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프로젝트 전 vs 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1508760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이전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371600"/>
            <a:ext cx="1920240" cy="27432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프로젝트 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773936"/>
            <a:ext cx="150876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73936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AUTOSAR 이론 학습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01952" y="17739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0FF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1773936"/>
            <a:ext cx="192024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0008" y="177393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SWC/RTE/DBC 직접 구현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150876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871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ISO 26262 개념 수준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01952" y="24871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0FF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2487168"/>
            <a:ext cx="192024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248716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HARA→FSC→ASIL 전체 수행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150876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004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단순 CAN 이해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01952" y="32004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0FF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200400"/>
            <a:ext cx="192024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0008" y="320040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9개 메시지+E2E 설계 완성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913632"/>
            <a:ext cx="150876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913632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</a:rPr>
              <a:t>단일 언어 경험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01952" y="391363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0FF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3913632"/>
            <a:ext cx="1920240" cy="566928"/>
          </a:xfrm>
          <a:prstGeom prst="rect">
            <a:avLst/>
          </a:prstGeom>
          <a:solidFill>
            <a:srgbClr val="F4F7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391363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Python·C++·MATLAB 통합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804672"/>
            <a:ext cx="4343400" cy="4041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9144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프로젝트 핵심 지표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73168" y="1371600"/>
            <a:ext cx="1965960" cy="1536192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0B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0FF"/>
                </a:solidFill>
              </a:rPr>
              <a:t>79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4773168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전체 요구사항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(STK+SYS+SWR+SAF+HWR)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94576" y="1371600"/>
            <a:ext cx="1965960" cy="1536192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853"/>
                </a:solidFill>
              </a:rPr>
              <a:t>5</a:t>
            </a:r>
            <a:endParaRPr lang="en-US" sz="5400" dirty="0"/>
          </a:p>
        </p:txBody>
      </p:sp>
      <p:sp>
        <p:nvSpPr>
          <p:cNvPr id="39" name="Text 37"/>
          <p:cNvSpPr/>
          <p:nvPr/>
        </p:nvSpPr>
        <p:spPr>
          <a:xfrm>
            <a:off x="6894576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AUTOSAR SWC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(ECU 소프트웨어 컴포넌트)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73168" y="3090672"/>
            <a:ext cx="1965960" cy="1536192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25526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2A5F5"/>
                </a:solidFill>
              </a:rPr>
              <a:t>9</a:t>
            </a:r>
            <a:endParaRPr lang="en-US" sz="5400" dirty="0"/>
          </a:p>
        </p:txBody>
      </p:sp>
      <p:sp>
        <p:nvSpPr>
          <p:cNvPr id="42" name="Text 40"/>
          <p:cNvSpPr/>
          <p:nvPr/>
        </p:nvSpPr>
        <p:spPr>
          <a:xfrm>
            <a:off x="4773168" y="4096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CAN 메시지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(500 kbit/s 버스)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94576" y="3090672"/>
            <a:ext cx="1965960" cy="1536192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94576" y="325526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6D00"/>
                </a:solidFill>
              </a:rPr>
              <a:t>4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6894576" y="4096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하드웨어 플랫폼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(ECU+Arduino×2+RPi5)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요구사항 추적성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2A5F5"/>
                </a:solidFill>
              </a:rPr>
              <a:t>Traceability — 79개 요구사항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1325880" cy="80467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(24)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07899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868680"/>
            <a:ext cx="1325880" cy="8046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SYS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(37)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0" y="107899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868680"/>
            <a:ext cx="1325880" cy="8046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SWR+SAF+HWR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(59)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0" y="107899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868680"/>
            <a:ext cx="1325880" cy="80467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설계 &amp; 코드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0" y="107899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868680"/>
            <a:ext cx="132588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테스트 &amp; 검증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06640" y="107899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868680"/>
            <a:ext cx="13258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86868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Safety Case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1847088"/>
            <a:ext cx="8778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1883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요구사항 계층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76272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수량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1883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주요 내용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도구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212848"/>
            <a:ext cx="8778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212848"/>
            <a:ext cx="64008" cy="50292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24942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STK — 이해관계자 요구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76272" y="224942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FF"/>
                </a:solidFill>
              </a:rPr>
              <a:t>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54680" y="224942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운전자 편의 / 규제 / 안전 목표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224942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StrictDoc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761488"/>
            <a:ext cx="877824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2761488"/>
            <a:ext cx="64008" cy="5029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798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SYS — 시스템 요구사항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76272" y="27980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A5F5"/>
                </a:solidFill>
              </a:rPr>
              <a:t>37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54680" y="279806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기능 / 인터페이스 / 성능 / 안전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27980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StrictDoc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310128"/>
            <a:ext cx="8778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3310128"/>
            <a:ext cx="64008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334670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SWR — SW 요구사항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176272" y="33467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</a:rPr>
              <a:t>30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154680" y="334670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SWC 동작 / 상태전환 / 제어 로직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40880" y="334670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StrictDoc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3858768"/>
            <a:ext cx="877824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3858768"/>
            <a:ext cx="64008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89534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SAF — 안전 요구사항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76272" y="389534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350"/>
                </a:solidFill>
              </a:rPr>
              <a:t>17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154680" y="389534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ASIL 배분 / 타임아웃 / E2E / HB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40880" y="389534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StrictDoc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4407408"/>
            <a:ext cx="8778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4407408"/>
            <a:ext cx="64008" cy="5029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" y="4443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HWR — HW 요구사항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176272" y="44439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D00"/>
                </a:solidFill>
              </a:rPr>
              <a:t>12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154680" y="444398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핀맵 / 전원 / CAN 종단 / 타이밍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040880" y="44439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StrictDoc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4297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결론 &amp; 향후 과제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160520" cy="3877056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</a:rPr>
              <a:t>✅  달성 성과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3-노드 CAN 네트워크 완전 설계 (9개 메시지)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66544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AUTOSAR Classic SWC 5개 구현 (MBD)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596896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42032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계층형 FSM + 2중 PID 제어 루프 완성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127248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7238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79개 요구사항 ASPICE 양방향 추적성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657600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0273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ISO 26262 HARA / FSC / ASIL 배분 수행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4187952"/>
            <a:ext cx="137160" cy="1371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3308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RPi YOLO + LiDAR 센서 퓨전 데모 구현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960120"/>
            <a:ext cx="4343400" cy="3877056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78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</a:rPr>
              <a:t>🚀  향후 과제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73168" y="1536192"/>
            <a:ext cx="137160" cy="1371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481328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E2E P01 CRC 완전 구현 (SAF010 완결)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121408"/>
            <a:ext cx="137160" cy="1371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2066544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실차 하드웨어 통합 테스트 수행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706624"/>
            <a:ext cx="137160" cy="1371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2651760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멀티-러너블 PoC 재시도 (R2024b)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3291840"/>
            <a:ext cx="137160" cy="1371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32369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파이프라인 — 모델 자동 빌드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877056"/>
            <a:ext cx="137160" cy="1371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3822192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SIL / HIL 테스트 환경 구축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감사합니다  |  SeSAC ACC 팀  |  2026.04.30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1605</Words>
  <Application>Microsoft Office PowerPoint</Application>
  <PresentationFormat>화면 슬라이드 쇼(16:9)</PresentationFormat>
  <Paragraphs>381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 시스템 최종 발표</dc:title>
  <dc:subject>PptxGenJS Presentation</dc:subject>
  <dc:creator>PptxGenJS</dc:creator>
  <cp:lastModifiedBy>유림 김</cp:lastModifiedBy>
  <cp:revision>2</cp:revision>
  <dcterms:created xsi:type="dcterms:W3CDTF">2026-04-28T08:09:49Z</dcterms:created>
  <dcterms:modified xsi:type="dcterms:W3CDTF">2026-04-29T05:33:54Z</dcterms:modified>
</cp:coreProperties>
</file>